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25" d="100"/>
          <a:sy n="125" d="100"/>
        </p:scale>
        <p:origin x="90" y="-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3D52E9-D8D2-21DD-D149-1AFE2C54D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A5D1565-76F2-F14A-4CE2-46CCDA100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00BA52-EFE6-3740-94BB-EA784762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07/03/2023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16C812-9533-4C4E-5ACE-8BE0E150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2E835D-FDFF-2F3A-FEB2-BFE99B596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6763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1B1FE7-6390-1A97-DD3D-95CE57938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7B396C-E19B-B506-8875-890AC8327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E23F83-28D4-3948-F8B8-8FAB99D4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07/03/2023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C29D8-207B-1330-56B3-B2CD79765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A9220-E234-E652-3EAF-89CFC368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9459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971268-B061-FF5B-CBA8-6C4B6F38D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AEB2B9-671B-15D2-32D6-2C6CBA159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1E9C81-A1F8-F9B8-2C2F-C510DD79C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07/03/2023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ACACC5-38A1-8983-0FDA-52BC9528C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CD0A02-F377-7841-AB2C-52C55A68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3080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E11C4-4C39-26EC-CABF-38CD2186B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728AEA-98E0-54F1-CD0A-63C3A15D4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8230354-D8B9-6B69-5947-B14D9533C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EEC5CD-D0DB-E456-CFF2-F98C2637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07/03/2023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A54B33-4B57-571B-71CD-807054F8C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157EE46-39C5-B96F-5174-536CA0850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3786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D00BEE-17ED-EB75-7920-8F110ED76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317005-2C37-FF01-5F56-A9EBDA5F0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A4E045-4817-D7E1-594D-75BEA3EA1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D4CB35-4456-E539-DAB4-F0A0EACA81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7D3B0B0-4DEE-D46F-C5BA-DC0552808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61BC7D0-6FFD-85CA-AEDF-36AEA63E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07/03/2023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8C49C32-C665-AC7A-40FE-17AC4D32C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A70BC77-CFBC-D9E4-E40D-4DD5885A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903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9F2487-0FC6-7D8E-FB3C-32996D5B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5C8DCF4-A44C-8320-6CF6-C5D603C00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07/03/2023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61EA81A-9EA1-DFB8-5F06-62706AA6B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201BF7-03E6-42D9-2BA7-FB5FB32DE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4593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E7EF30D-2783-42B4-F6E7-46BB4E482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07/03/2023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2F1A816-3521-2F34-44E5-2F076B845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C16B2F-73C6-ED2C-AFD5-655B60E9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2678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A1D858-49E7-BBEE-337F-0EF17914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9359CC-CCDD-2572-8F8C-6CBD2F65B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6FFE4B0-2F81-E233-0D05-96824F7D4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055BAB-8024-C3ED-94E2-42D01681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07/03/2023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872C39-BB78-A427-49C4-D76525E0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E139B7-19F1-3F04-E8E8-A12EED60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449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16BA62-9F4F-F0E6-5528-AC1F18270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0F742AE-A57B-3220-447B-E4D1A79B2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357A29-D8C7-B400-7E49-71032FC71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44E06D-B179-9BB3-A27C-62EB443C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07/03/2023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77A9B3-B880-35DB-3758-414E76762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5F6896-619F-2A62-2111-D7FBB324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524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CFEB77-36E0-F4F3-252D-C68F03CE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6A69EE6-2AA9-B790-A750-D1195DE66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032688-ADC8-751B-5E1B-807A728F9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07/03/2023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A8D333-B328-ED4F-BED4-8BEF37F7F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6B9D39-40BF-F97F-B3A6-9C08BE7F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8597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B2973A1-2ADF-248A-125B-173C078D8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59970C5-6F3F-3245-F024-F2B77E60D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CF0630-262A-9FC0-06E5-922BBAD9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D39B-54F3-4D69-B0E4-2E938EF07AF2}" type="datetimeFigureOut">
              <a:rPr lang="fr-FR" smtClean="0"/>
              <a:t>07/03/2023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8DCDDB-7E7C-A36E-1BDF-F4A487E8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D04DF2-6A1C-3E40-EBC3-E0262DF27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837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9A91D92-78A9-AFDD-C258-56584F394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2C4448-0CFB-AEF3-AF87-A3E1DB1DF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9AC92E-53FF-D914-E175-218D7860C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7D39B-54F3-4D69-B0E4-2E938EF07AF2}" type="datetimeFigureOut">
              <a:rPr lang="fr-FR" smtClean="0"/>
              <a:t>07/03/2023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5E6D98-81AD-C29E-1131-89ED9267A0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8F4C3C-A71A-38F6-BCB1-C4A9729E24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78A7B-D69B-4D0A-B6AB-6B58262535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224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BAF2C6-95F4-8B7D-6C85-6FF2E5A9D7C6}"/>
              </a:ext>
            </a:extLst>
          </p:cNvPr>
          <p:cNvSpPr/>
          <p:nvPr/>
        </p:nvSpPr>
        <p:spPr>
          <a:xfrm>
            <a:off x="351323" y="2734656"/>
            <a:ext cx="698611" cy="132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FR" sz="1200" dirty="0"/>
              <a:t>Centrale de production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923B58-212A-12EC-315D-132F89BF0257}"/>
              </a:ext>
            </a:extLst>
          </p:cNvPr>
          <p:cNvSpPr/>
          <p:nvPr/>
        </p:nvSpPr>
        <p:spPr>
          <a:xfrm>
            <a:off x="2764559" y="1632248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97F7D6-E9F1-A608-AAAC-3534A50ACE8C}"/>
              </a:ext>
            </a:extLst>
          </p:cNvPr>
          <p:cNvSpPr/>
          <p:nvPr/>
        </p:nvSpPr>
        <p:spPr>
          <a:xfrm>
            <a:off x="4181737" y="859931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800B9-37A6-6815-640F-8FEF130CE6F6}"/>
              </a:ext>
            </a:extLst>
          </p:cNvPr>
          <p:cNvSpPr/>
          <p:nvPr/>
        </p:nvSpPr>
        <p:spPr>
          <a:xfrm>
            <a:off x="6385838" y="877105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267748-C03D-3F0E-694F-2ACEAC48FD60}"/>
              </a:ext>
            </a:extLst>
          </p:cNvPr>
          <p:cNvSpPr/>
          <p:nvPr/>
        </p:nvSpPr>
        <p:spPr>
          <a:xfrm>
            <a:off x="7779520" y="1301637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8DF999-A295-C053-A9A5-E7FC5F5CFFFE}"/>
              </a:ext>
            </a:extLst>
          </p:cNvPr>
          <p:cNvSpPr/>
          <p:nvPr/>
        </p:nvSpPr>
        <p:spPr>
          <a:xfrm>
            <a:off x="6377292" y="2319105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4A9B6-A9DC-486A-784E-2700BF843AF7}"/>
              </a:ext>
            </a:extLst>
          </p:cNvPr>
          <p:cNvSpPr/>
          <p:nvPr/>
        </p:nvSpPr>
        <p:spPr>
          <a:xfrm>
            <a:off x="5234414" y="4057224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77B11F-0F09-173F-2F8A-517A2087DCF6}"/>
              </a:ext>
            </a:extLst>
          </p:cNvPr>
          <p:cNvSpPr/>
          <p:nvPr/>
        </p:nvSpPr>
        <p:spPr>
          <a:xfrm>
            <a:off x="3473860" y="4855179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965583-71C7-BB0B-25C4-16EFE1D4A334}"/>
              </a:ext>
            </a:extLst>
          </p:cNvPr>
          <p:cNvSpPr/>
          <p:nvPr/>
        </p:nvSpPr>
        <p:spPr>
          <a:xfrm>
            <a:off x="5256761" y="5532648"/>
            <a:ext cx="700755" cy="7124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SST8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A34574EF-ED96-20D8-DB08-DDE1E80927ED}"/>
              </a:ext>
            </a:extLst>
          </p:cNvPr>
          <p:cNvCxnSpPr>
            <a:cxnSpLocks/>
          </p:cNvCxnSpPr>
          <p:nvPr/>
        </p:nvCxnSpPr>
        <p:spPr>
          <a:xfrm>
            <a:off x="1052078" y="3213220"/>
            <a:ext cx="6297301" cy="0"/>
          </a:xfrm>
          <a:prstGeom prst="line">
            <a:avLst/>
          </a:prstGeom>
          <a:ln>
            <a:headEnd type="oval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73CBC8C-E02B-74AB-3C6B-14DAB5175616}"/>
              </a:ext>
            </a:extLst>
          </p:cNvPr>
          <p:cNvCxnSpPr>
            <a:cxnSpLocks/>
          </p:cNvCxnSpPr>
          <p:nvPr/>
        </p:nvCxnSpPr>
        <p:spPr>
          <a:xfrm flipV="1">
            <a:off x="3743054" y="1074225"/>
            <a:ext cx="0" cy="2138995"/>
          </a:xfrm>
          <a:prstGeom prst="line">
            <a:avLst/>
          </a:prstGeom>
          <a:ln>
            <a:headEnd type="oval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C669B3F-D14D-1FFB-96C6-D91E8EEECC39}"/>
              </a:ext>
            </a:extLst>
          </p:cNvPr>
          <p:cNvCxnSpPr>
            <a:cxnSpLocks/>
          </p:cNvCxnSpPr>
          <p:nvPr/>
        </p:nvCxnSpPr>
        <p:spPr>
          <a:xfrm flipV="1">
            <a:off x="7357925" y="1392966"/>
            <a:ext cx="0" cy="1828800"/>
          </a:xfrm>
          <a:prstGeom prst="line">
            <a:avLst/>
          </a:prstGeom>
          <a:ln>
            <a:headEnd type="non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B27A9564-58E7-2CAA-4390-19C4EB285600}"/>
              </a:ext>
            </a:extLst>
          </p:cNvPr>
          <p:cNvCxnSpPr>
            <a:cxnSpLocks/>
          </p:cNvCxnSpPr>
          <p:nvPr/>
        </p:nvCxnSpPr>
        <p:spPr>
          <a:xfrm flipV="1">
            <a:off x="4658226" y="3213220"/>
            <a:ext cx="0" cy="2486826"/>
          </a:xfrm>
          <a:prstGeom prst="line">
            <a:avLst/>
          </a:prstGeom>
          <a:ln>
            <a:headEnd type="none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6BCC1CB-8F69-AB71-1524-6742E4746B21}"/>
              </a:ext>
            </a:extLst>
          </p:cNvPr>
          <p:cNvCxnSpPr>
            <a:cxnSpLocks/>
          </p:cNvCxnSpPr>
          <p:nvPr/>
        </p:nvCxnSpPr>
        <p:spPr>
          <a:xfrm>
            <a:off x="3473860" y="2133901"/>
            <a:ext cx="26919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1F06651C-27E2-8793-9355-979AE6B499E5}"/>
              </a:ext>
            </a:extLst>
          </p:cNvPr>
          <p:cNvCxnSpPr>
            <a:cxnSpLocks/>
          </p:cNvCxnSpPr>
          <p:nvPr/>
        </p:nvCxnSpPr>
        <p:spPr>
          <a:xfrm>
            <a:off x="3743054" y="1080994"/>
            <a:ext cx="431561" cy="0"/>
          </a:xfrm>
          <a:prstGeom prst="line">
            <a:avLst/>
          </a:prstGeom>
          <a:ln>
            <a:headEnd type="none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DB383CCD-4015-2269-A113-DBB5C99DC102}"/>
              </a:ext>
            </a:extLst>
          </p:cNvPr>
          <p:cNvCxnSpPr>
            <a:cxnSpLocks/>
          </p:cNvCxnSpPr>
          <p:nvPr/>
        </p:nvCxnSpPr>
        <p:spPr>
          <a:xfrm>
            <a:off x="7086593" y="2824686"/>
            <a:ext cx="26919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CB538720-BF92-DD3C-C7AC-F8E0C3FEF62D}"/>
              </a:ext>
            </a:extLst>
          </p:cNvPr>
          <p:cNvCxnSpPr>
            <a:cxnSpLocks/>
          </p:cNvCxnSpPr>
          <p:nvPr/>
        </p:nvCxnSpPr>
        <p:spPr>
          <a:xfrm>
            <a:off x="7095139" y="1396114"/>
            <a:ext cx="269194" cy="0"/>
          </a:xfrm>
          <a:prstGeom prst="line">
            <a:avLst/>
          </a:prstGeom>
          <a:ln>
            <a:headEnd type="oval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07951F72-7E53-2FE4-F168-DD43CB84535E}"/>
              </a:ext>
            </a:extLst>
          </p:cNvPr>
          <p:cNvCxnSpPr>
            <a:cxnSpLocks/>
          </p:cNvCxnSpPr>
          <p:nvPr/>
        </p:nvCxnSpPr>
        <p:spPr>
          <a:xfrm>
            <a:off x="7364333" y="1490118"/>
            <a:ext cx="415187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CEEEF63F-1C04-D640-9B1B-6DA790A2BBAE}"/>
              </a:ext>
            </a:extLst>
          </p:cNvPr>
          <p:cNvCxnSpPr>
            <a:cxnSpLocks/>
          </p:cNvCxnSpPr>
          <p:nvPr/>
        </p:nvCxnSpPr>
        <p:spPr>
          <a:xfrm>
            <a:off x="4664576" y="4216226"/>
            <a:ext cx="569838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4FBDFDE0-ED6E-D72A-C782-CB4F2735C042}"/>
              </a:ext>
            </a:extLst>
          </p:cNvPr>
          <p:cNvCxnSpPr>
            <a:cxnSpLocks/>
          </p:cNvCxnSpPr>
          <p:nvPr/>
        </p:nvCxnSpPr>
        <p:spPr>
          <a:xfrm>
            <a:off x="4656030" y="5691500"/>
            <a:ext cx="600731" cy="0"/>
          </a:xfrm>
          <a:prstGeom prst="line">
            <a:avLst/>
          </a:prstGeom>
          <a:ln>
            <a:headEnd type="none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75C22884-BBA9-6D14-5A60-7B8F330E0929}"/>
              </a:ext>
            </a:extLst>
          </p:cNvPr>
          <p:cNvCxnSpPr>
            <a:cxnSpLocks/>
          </p:cNvCxnSpPr>
          <p:nvPr/>
        </p:nvCxnSpPr>
        <p:spPr>
          <a:xfrm>
            <a:off x="4174615" y="5394121"/>
            <a:ext cx="489961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ACB2FD95-6E12-F057-F65C-F335DCD36A7B}"/>
              </a:ext>
            </a:extLst>
          </p:cNvPr>
          <p:cNvCxnSpPr>
            <a:cxnSpLocks/>
          </p:cNvCxnSpPr>
          <p:nvPr/>
        </p:nvCxnSpPr>
        <p:spPr>
          <a:xfrm>
            <a:off x="1052077" y="3562173"/>
            <a:ext cx="6465369" cy="0"/>
          </a:xfrm>
          <a:prstGeom prst="line">
            <a:avLst/>
          </a:prstGeom>
          <a:ln cap="sq">
            <a:prstDash val="dash"/>
            <a:headEnd type="oval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6F9A15FC-F5D5-6438-9F31-0F7B15E4C286}"/>
              </a:ext>
            </a:extLst>
          </p:cNvPr>
          <p:cNvCxnSpPr>
            <a:cxnSpLocks/>
          </p:cNvCxnSpPr>
          <p:nvPr/>
        </p:nvCxnSpPr>
        <p:spPr>
          <a:xfrm flipV="1">
            <a:off x="3929637" y="1366805"/>
            <a:ext cx="0" cy="2195368"/>
          </a:xfrm>
          <a:prstGeom prst="line">
            <a:avLst/>
          </a:prstGeom>
          <a:ln>
            <a:prstDash val="dash"/>
            <a:headEnd type="oval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CDFE8B23-79A3-4D28-DA3D-6C63B5DF9EAD}"/>
              </a:ext>
            </a:extLst>
          </p:cNvPr>
          <p:cNvCxnSpPr>
            <a:cxnSpLocks/>
          </p:cNvCxnSpPr>
          <p:nvPr/>
        </p:nvCxnSpPr>
        <p:spPr>
          <a:xfrm flipV="1">
            <a:off x="7517446" y="1101633"/>
            <a:ext cx="0" cy="2473707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0BB61257-0DA5-D2E9-5E4F-37534210C338}"/>
              </a:ext>
            </a:extLst>
          </p:cNvPr>
          <p:cNvCxnSpPr>
            <a:cxnSpLocks/>
          </p:cNvCxnSpPr>
          <p:nvPr/>
        </p:nvCxnSpPr>
        <p:spPr>
          <a:xfrm flipV="1">
            <a:off x="4449506" y="3561051"/>
            <a:ext cx="0" cy="2412460"/>
          </a:xfrm>
          <a:prstGeom prst="line">
            <a:avLst/>
          </a:prstGeom>
          <a:ln>
            <a:prstDash val="dash"/>
            <a:headEnd type="none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19CEFE00-58C8-DE1C-F3E9-003476FC4C54}"/>
              </a:ext>
            </a:extLst>
          </p:cNvPr>
          <p:cNvCxnSpPr>
            <a:cxnSpLocks/>
          </p:cNvCxnSpPr>
          <p:nvPr/>
        </p:nvCxnSpPr>
        <p:spPr>
          <a:xfrm>
            <a:off x="4443809" y="5982356"/>
            <a:ext cx="812952" cy="0"/>
          </a:xfrm>
          <a:prstGeom prst="line">
            <a:avLst/>
          </a:prstGeom>
          <a:ln>
            <a:prstDash val="dash"/>
            <a:headEnd type="none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81BED05D-53CE-9850-209C-C04923242789}"/>
              </a:ext>
            </a:extLst>
          </p:cNvPr>
          <p:cNvCxnSpPr>
            <a:cxnSpLocks/>
          </p:cNvCxnSpPr>
          <p:nvPr/>
        </p:nvCxnSpPr>
        <p:spPr>
          <a:xfrm flipV="1">
            <a:off x="4452353" y="4583770"/>
            <a:ext cx="782061" cy="4198"/>
          </a:xfrm>
          <a:prstGeom prst="line">
            <a:avLst/>
          </a:prstGeom>
          <a:ln>
            <a:prstDash val="dash"/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A88A604B-5F30-714A-23FF-CB21F76D2A52}"/>
              </a:ext>
            </a:extLst>
          </p:cNvPr>
          <p:cNvCxnSpPr>
            <a:cxnSpLocks/>
          </p:cNvCxnSpPr>
          <p:nvPr/>
        </p:nvCxnSpPr>
        <p:spPr>
          <a:xfrm>
            <a:off x="7086593" y="1094764"/>
            <a:ext cx="430853" cy="0"/>
          </a:xfrm>
          <a:prstGeom prst="line">
            <a:avLst/>
          </a:prstGeom>
          <a:ln>
            <a:prstDash val="dash"/>
            <a:headEnd type="oval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8B6091AA-1B35-48DC-770C-80A9BEC94E24}"/>
              </a:ext>
            </a:extLst>
          </p:cNvPr>
          <p:cNvCxnSpPr>
            <a:cxnSpLocks/>
          </p:cNvCxnSpPr>
          <p:nvPr/>
        </p:nvCxnSpPr>
        <p:spPr>
          <a:xfrm>
            <a:off x="7078047" y="2520487"/>
            <a:ext cx="430853" cy="0"/>
          </a:xfrm>
          <a:prstGeom prst="line">
            <a:avLst/>
          </a:prstGeom>
          <a:ln>
            <a:prstDash val="dash"/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10359AFE-0C3B-4B73-D197-7B948947DE9D}"/>
              </a:ext>
            </a:extLst>
          </p:cNvPr>
          <p:cNvCxnSpPr>
            <a:cxnSpLocks/>
          </p:cNvCxnSpPr>
          <p:nvPr/>
        </p:nvCxnSpPr>
        <p:spPr>
          <a:xfrm>
            <a:off x="3925934" y="1366805"/>
            <a:ext cx="255801" cy="0"/>
          </a:xfrm>
          <a:prstGeom prst="line">
            <a:avLst/>
          </a:prstGeom>
          <a:ln>
            <a:prstDash val="dash"/>
            <a:headEnd type="none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1D695FBC-D2EF-0A8F-2DD0-690776746A72}"/>
              </a:ext>
            </a:extLst>
          </p:cNvPr>
          <p:cNvCxnSpPr>
            <a:cxnSpLocks/>
          </p:cNvCxnSpPr>
          <p:nvPr/>
        </p:nvCxnSpPr>
        <p:spPr>
          <a:xfrm>
            <a:off x="3473577" y="1826854"/>
            <a:ext cx="452357" cy="0"/>
          </a:xfrm>
          <a:prstGeom prst="line">
            <a:avLst/>
          </a:prstGeom>
          <a:ln>
            <a:prstDash val="dash"/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295AC75A-EEC7-5BD2-26FF-7237E567E5E1}"/>
              </a:ext>
            </a:extLst>
          </p:cNvPr>
          <p:cNvCxnSpPr>
            <a:cxnSpLocks/>
          </p:cNvCxnSpPr>
          <p:nvPr/>
        </p:nvCxnSpPr>
        <p:spPr>
          <a:xfrm>
            <a:off x="7517446" y="1817785"/>
            <a:ext cx="262074" cy="0"/>
          </a:xfrm>
          <a:prstGeom prst="line">
            <a:avLst/>
          </a:prstGeom>
          <a:ln>
            <a:prstDash val="dash"/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E01B4CF2-8BA0-165A-C98E-71ACC9AA03DB}"/>
              </a:ext>
            </a:extLst>
          </p:cNvPr>
          <p:cNvCxnSpPr>
            <a:cxnSpLocks/>
          </p:cNvCxnSpPr>
          <p:nvPr/>
        </p:nvCxnSpPr>
        <p:spPr>
          <a:xfrm>
            <a:off x="4181735" y="5012488"/>
            <a:ext cx="270620" cy="0"/>
          </a:xfrm>
          <a:prstGeom prst="line">
            <a:avLst/>
          </a:prstGeom>
          <a:ln>
            <a:prstDash val="dash"/>
            <a:headEnd type="oval"/>
            <a:tailEnd type="oval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185E4681-D462-ECDD-86FB-7E5E28153617}"/>
              </a:ext>
            </a:extLst>
          </p:cNvPr>
          <p:cNvSpPr txBox="1"/>
          <p:nvPr/>
        </p:nvSpPr>
        <p:spPr>
          <a:xfrm>
            <a:off x="1006635" y="3007640"/>
            <a:ext cx="26931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F494C808-B0ED-02E5-93C8-E2517F91820F}"/>
              </a:ext>
            </a:extLst>
          </p:cNvPr>
          <p:cNvSpPr txBox="1"/>
          <p:nvPr/>
        </p:nvSpPr>
        <p:spPr>
          <a:xfrm>
            <a:off x="3560683" y="2572714"/>
            <a:ext cx="2540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01C3DAF6-16BA-08C4-F82A-EA30DB45260B}"/>
              </a:ext>
            </a:extLst>
          </p:cNvPr>
          <p:cNvSpPr txBox="1"/>
          <p:nvPr/>
        </p:nvSpPr>
        <p:spPr>
          <a:xfrm>
            <a:off x="3497587" y="1933327"/>
            <a:ext cx="2540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3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39942DCA-FA17-A2A8-EF64-E779AECF878A}"/>
              </a:ext>
            </a:extLst>
          </p:cNvPr>
          <p:cNvSpPr txBox="1"/>
          <p:nvPr/>
        </p:nvSpPr>
        <p:spPr>
          <a:xfrm>
            <a:off x="3507619" y="1623382"/>
            <a:ext cx="2409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4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B01C789E-2B2B-6E0A-5CB0-0AFB83FCD524}"/>
              </a:ext>
            </a:extLst>
          </p:cNvPr>
          <p:cNvSpPr txBox="1"/>
          <p:nvPr/>
        </p:nvSpPr>
        <p:spPr>
          <a:xfrm>
            <a:off x="3563881" y="1407396"/>
            <a:ext cx="2409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5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55809F39-65E9-564E-7551-512457B4A664}"/>
              </a:ext>
            </a:extLst>
          </p:cNvPr>
          <p:cNvSpPr txBox="1"/>
          <p:nvPr/>
        </p:nvSpPr>
        <p:spPr>
          <a:xfrm>
            <a:off x="3750746" y="1405614"/>
            <a:ext cx="2409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6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7914C676-5FF9-5DD2-1DA4-2D0F6B0E3B5D}"/>
              </a:ext>
            </a:extLst>
          </p:cNvPr>
          <p:cNvSpPr txBox="1"/>
          <p:nvPr/>
        </p:nvSpPr>
        <p:spPr>
          <a:xfrm>
            <a:off x="3756078" y="2354044"/>
            <a:ext cx="2409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7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14F1586E-7C43-7C31-AFC7-AB984BB329CD}"/>
              </a:ext>
            </a:extLst>
          </p:cNvPr>
          <p:cNvSpPr txBox="1"/>
          <p:nvPr/>
        </p:nvSpPr>
        <p:spPr>
          <a:xfrm>
            <a:off x="4101368" y="3011699"/>
            <a:ext cx="2409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8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35C9ED00-D898-28B6-AF46-6C93A57C9B6F}"/>
              </a:ext>
            </a:extLst>
          </p:cNvPr>
          <p:cNvSpPr txBox="1"/>
          <p:nvPr/>
        </p:nvSpPr>
        <p:spPr>
          <a:xfrm>
            <a:off x="5994724" y="3017656"/>
            <a:ext cx="2409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9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1FF981C0-E043-0A65-8F96-0394C0B95233}"/>
              </a:ext>
            </a:extLst>
          </p:cNvPr>
          <p:cNvSpPr txBox="1"/>
          <p:nvPr/>
        </p:nvSpPr>
        <p:spPr>
          <a:xfrm>
            <a:off x="7042385" y="2626978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10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6CFDC6BC-DE4A-9CB6-BFDA-18977DD8A410}"/>
              </a:ext>
            </a:extLst>
          </p:cNvPr>
          <p:cNvSpPr txBox="1"/>
          <p:nvPr/>
        </p:nvSpPr>
        <p:spPr>
          <a:xfrm>
            <a:off x="7069501" y="2305184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11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7E58AE8C-5796-8E0F-2296-9E757E3CAE26}"/>
              </a:ext>
            </a:extLst>
          </p:cNvPr>
          <p:cNvSpPr txBox="1"/>
          <p:nvPr/>
        </p:nvSpPr>
        <p:spPr>
          <a:xfrm>
            <a:off x="7095139" y="2011949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12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690A0FC3-D804-E34D-29A2-23050594B040}"/>
              </a:ext>
            </a:extLst>
          </p:cNvPr>
          <p:cNvSpPr txBox="1"/>
          <p:nvPr/>
        </p:nvSpPr>
        <p:spPr>
          <a:xfrm>
            <a:off x="7052495" y="1189201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13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D85F4DD7-555E-C327-D397-DD25391C66DC}"/>
              </a:ext>
            </a:extLst>
          </p:cNvPr>
          <p:cNvSpPr txBox="1"/>
          <p:nvPr/>
        </p:nvSpPr>
        <p:spPr>
          <a:xfrm>
            <a:off x="7123824" y="895563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14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90AAC6A4-D411-AF5D-6176-DDFBE9242FEE}"/>
              </a:ext>
            </a:extLst>
          </p:cNvPr>
          <p:cNvSpPr txBox="1"/>
          <p:nvPr/>
        </p:nvSpPr>
        <p:spPr>
          <a:xfrm>
            <a:off x="7399695" y="1339432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15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DDEF257A-0766-4DD8-D8C1-165B7F270E3D}"/>
              </a:ext>
            </a:extLst>
          </p:cNvPr>
          <p:cNvSpPr txBox="1"/>
          <p:nvPr/>
        </p:nvSpPr>
        <p:spPr>
          <a:xfrm>
            <a:off x="7460563" y="1662392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16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C866E0A5-7DF6-70CA-CDF8-12993F6CBDF5}"/>
              </a:ext>
            </a:extLst>
          </p:cNvPr>
          <p:cNvSpPr txBox="1"/>
          <p:nvPr/>
        </p:nvSpPr>
        <p:spPr>
          <a:xfrm>
            <a:off x="7449621" y="2018817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17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6AF51052-E550-B4A4-26F7-A8ADB532C9D1}"/>
              </a:ext>
            </a:extLst>
          </p:cNvPr>
          <p:cNvSpPr txBox="1"/>
          <p:nvPr/>
        </p:nvSpPr>
        <p:spPr>
          <a:xfrm>
            <a:off x="5940084" y="3365037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18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FEAB36A1-D0B6-9C6F-63EE-124AF0D596FD}"/>
              </a:ext>
            </a:extLst>
          </p:cNvPr>
          <p:cNvSpPr txBox="1"/>
          <p:nvPr/>
        </p:nvSpPr>
        <p:spPr>
          <a:xfrm>
            <a:off x="4587832" y="3639411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19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D83930AE-9CEA-603A-5BE2-103BDAF8AC76}"/>
              </a:ext>
            </a:extLst>
          </p:cNvPr>
          <p:cNvSpPr txBox="1"/>
          <p:nvPr/>
        </p:nvSpPr>
        <p:spPr>
          <a:xfrm>
            <a:off x="4767432" y="4041733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20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C98081DD-5955-AACC-3C28-4E0D2A7992C6}"/>
              </a:ext>
            </a:extLst>
          </p:cNvPr>
          <p:cNvSpPr txBox="1"/>
          <p:nvPr/>
        </p:nvSpPr>
        <p:spPr>
          <a:xfrm>
            <a:off x="4669546" y="4413471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21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FD804A2E-1647-E10D-CA17-8D05AA931620}"/>
              </a:ext>
            </a:extLst>
          </p:cNvPr>
          <p:cNvSpPr txBox="1"/>
          <p:nvPr/>
        </p:nvSpPr>
        <p:spPr>
          <a:xfrm>
            <a:off x="4579288" y="4744482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22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32CAEDCE-235A-FAAC-B870-87EB4099786A}"/>
              </a:ext>
            </a:extLst>
          </p:cNvPr>
          <p:cNvSpPr txBox="1"/>
          <p:nvPr/>
        </p:nvSpPr>
        <p:spPr>
          <a:xfrm>
            <a:off x="4782662" y="5532648"/>
            <a:ext cx="3251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23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6BD0ACBC-F704-59B4-0B34-129D90E62C59}"/>
              </a:ext>
            </a:extLst>
          </p:cNvPr>
          <p:cNvSpPr txBox="1"/>
          <p:nvPr/>
        </p:nvSpPr>
        <p:spPr>
          <a:xfrm>
            <a:off x="4173425" y="5719595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24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D421BE4B-6178-F1AF-0D4D-77EBDAD73035}"/>
              </a:ext>
            </a:extLst>
          </p:cNvPr>
          <p:cNvSpPr txBox="1"/>
          <p:nvPr/>
        </p:nvSpPr>
        <p:spPr>
          <a:xfrm>
            <a:off x="4168266" y="5191565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25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BBD674-B540-3583-36EF-9D3DEAF29077}"/>
              </a:ext>
            </a:extLst>
          </p:cNvPr>
          <p:cNvSpPr txBox="1"/>
          <p:nvPr/>
        </p:nvSpPr>
        <p:spPr>
          <a:xfrm>
            <a:off x="4157067" y="4805059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/>
              <a:t>26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9C62ECC5-AF2D-81D3-11ED-92E35E1B8214}"/>
              </a:ext>
            </a:extLst>
          </p:cNvPr>
          <p:cNvSpPr txBox="1"/>
          <p:nvPr/>
        </p:nvSpPr>
        <p:spPr>
          <a:xfrm>
            <a:off x="4343259" y="4693312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27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516CCEE0-0ECB-8326-951D-712F6F0EA4F2}"/>
              </a:ext>
            </a:extLst>
          </p:cNvPr>
          <p:cNvSpPr txBox="1"/>
          <p:nvPr/>
        </p:nvSpPr>
        <p:spPr>
          <a:xfrm>
            <a:off x="4158070" y="3944809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28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18997130-BA41-82F3-540A-A570D161DD09}"/>
              </a:ext>
            </a:extLst>
          </p:cNvPr>
          <p:cNvSpPr txBox="1"/>
          <p:nvPr/>
        </p:nvSpPr>
        <p:spPr>
          <a:xfrm>
            <a:off x="4017088" y="3354533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29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DD8674B4-E9F8-9864-0427-A2968A5B808F}"/>
              </a:ext>
            </a:extLst>
          </p:cNvPr>
          <p:cNvSpPr txBox="1"/>
          <p:nvPr/>
        </p:nvSpPr>
        <p:spPr>
          <a:xfrm>
            <a:off x="2175954" y="3357716"/>
            <a:ext cx="3544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dirty="0"/>
              <a:t>30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9A5C7529-89B3-C897-C6A4-37A0CF8C2AAD}"/>
              </a:ext>
            </a:extLst>
          </p:cNvPr>
          <p:cNvSpPr txBox="1"/>
          <p:nvPr/>
        </p:nvSpPr>
        <p:spPr>
          <a:xfrm>
            <a:off x="991561" y="3166069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#0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925CF02A-0387-1C6F-53FE-705BA48BE153}"/>
              </a:ext>
            </a:extLst>
          </p:cNvPr>
          <p:cNvSpPr txBox="1"/>
          <p:nvPr/>
        </p:nvSpPr>
        <p:spPr>
          <a:xfrm>
            <a:off x="3679511" y="3166070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B979B95C-964A-9CF3-BE06-26CCD51D3E95}"/>
              </a:ext>
            </a:extLst>
          </p:cNvPr>
          <p:cNvSpPr txBox="1"/>
          <p:nvPr/>
        </p:nvSpPr>
        <p:spPr>
          <a:xfrm>
            <a:off x="3677230" y="2088100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1F9D1245-7598-B79F-997F-2259863B1E57}"/>
              </a:ext>
            </a:extLst>
          </p:cNvPr>
          <p:cNvSpPr txBox="1"/>
          <p:nvPr/>
        </p:nvSpPr>
        <p:spPr>
          <a:xfrm>
            <a:off x="3405898" y="2086133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#3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C6FB5DD7-9581-2916-9A6E-634DBAC69EF1}"/>
              </a:ext>
            </a:extLst>
          </p:cNvPr>
          <p:cNvSpPr txBox="1"/>
          <p:nvPr/>
        </p:nvSpPr>
        <p:spPr>
          <a:xfrm>
            <a:off x="3405089" y="1797062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#4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BF3BCA2F-8660-4F7D-4D1A-10652D4DB7A3}"/>
              </a:ext>
            </a:extLst>
          </p:cNvPr>
          <p:cNvSpPr txBox="1"/>
          <p:nvPr/>
        </p:nvSpPr>
        <p:spPr>
          <a:xfrm>
            <a:off x="3918680" y="1026230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#5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15D3D5BD-620E-A964-688E-62ACD3A2A4FE}"/>
              </a:ext>
            </a:extLst>
          </p:cNvPr>
          <p:cNvSpPr txBox="1"/>
          <p:nvPr/>
        </p:nvSpPr>
        <p:spPr>
          <a:xfrm>
            <a:off x="3926954" y="1332886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#6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61764FD-EC29-CBA5-BE85-782E0E2B2355}"/>
              </a:ext>
            </a:extLst>
          </p:cNvPr>
          <p:cNvSpPr txBox="1"/>
          <p:nvPr/>
        </p:nvSpPr>
        <p:spPr>
          <a:xfrm>
            <a:off x="3876572" y="1782350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#7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6A291F08-BCF1-5F10-63B2-C637C783FCE4}"/>
              </a:ext>
            </a:extLst>
          </p:cNvPr>
          <p:cNvSpPr txBox="1"/>
          <p:nvPr/>
        </p:nvSpPr>
        <p:spPr>
          <a:xfrm>
            <a:off x="4618669" y="3160852"/>
            <a:ext cx="336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#8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CFFC6300-20F4-8DAF-3F0E-F74C506DEB0D}"/>
              </a:ext>
            </a:extLst>
          </p:cNvPr>
          <p:cNvSpPr txBox="1"/>
          <p:nvPr/>
        </p:nvSpPr>
        <p:spPr>
          <a:xfrm>
            <a:off x="7299563" y="2781690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#9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11B125B2-F716-8E2B-136E-3A2B9D222B53}"/>
              </a:ext>
            </a:extLst>
          </p:cNvPr>
          <p:cNvSpPr txBox="1"/>
          <p:nvPr/>
        </p:nvSpPr>
        <p:spPr>
          <a:xfrm>
            <a:off x="7014310" y="2788158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#10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53C0480A-C8DF-E8C1-C8FE-1D7096C21466}"/>
              </a:ext>
            </a:extLst>
          </p:cNvPr>
          <p:cNvSpPr txBox="1"/>
          <p:nvPr/>
        </p:nvSpPr>
        <p:spPr>
          <a:xfrm>
            <a:off x="7007155" y="2477660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#11</a:t>
            </a: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BCE2362A-DA36-A386-2EB3-F327F48F02D9}"/>
              </a:ext>
            </a:extLst>
          </p:cNvPr>
          <p:cNvSpPr txBox="1"/>
          <p:nvPr/>
        </p:nvSpPr>
        <p:spPr>
          <a:xfrm>
            <a:off x="7064038" y="1497609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#12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3237F2D2-F46E-0311-B387-9E702323C7D7}"/>
              </a:ext>
            </a:extLst>
          </p:cNvPr>
          <p:cNvSpPr txBox="1"/>
          <p:nvPr/>
        </p:nvSpPr>
        <p:spPr>
          <a:xfrm>
            <a:off x="7007155" y="1359325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#13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35233DA5-9137-C144-2E18-7104CF226F39}"/>
              </a:ext>
            </a:extLst>
          </p:cNvPr>
          <p:cNvSpPr txBox="1"/>
          <p:nvPr/>
        </p:nvSpPr>
        <p:spPr>
          <a:xfrm>
            <a:off x="7014305" y="1059696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#14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D6B91953-F25D-DD53-3985-45D52758E28A}"/>
              </a:ext>
            </a:extLst>
          </p:cNvPr>
          <p:cNvSpPr txBox="1"/>
          <p:nvPr/>
        </p:nvSpPr>
        <p:spPr>
          <a:xfrm>
            <a:off x="7475928" y="1459252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#15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99C46D8B-8B0E-4CB7-DD3C-62F56D1598D9}"/>
              </a:ext>
            </a:extLst>
          </p:cNvPr>
          <p:cNvSpPr txBox="1"/>
          <p:nvPr/>
        </p:nvSpPr>
        <p:spPr>
          <a:xfrm>
            <a:off x="7486115" y="1798347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#16</a:t>
            </a: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CFBCB6F2-805B-9D2A-B3F7-709BEF28FA78}"/>
              </a:ext>
            </a:extLst>
          </p:cNvPr>
          <p:cNvSpPr txBox="1"/>
          <p:nvPr/>
        </p:nvSpPr>
        <p:spPr>
          <a:xfrm>
            <a:off x="7222580" y="1797660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#17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67CC663-B755-1356-89B3-9B6CAC790208}"/>
              </a:ext>
            </a:extLst>
          </p:cNvPr>
          <p:cNvSpPr txBox="1"/>
          <p:nvPr/>
        </p:nvSpPr>
        <p:spPr>
          <a:xfrm>
            <a:off x="7473236" y="2458232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#18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70854B6D-CC7E-70E4-15A9-E6C76E887B69}"/>
              </a:ext>
            </a:extLst>
          </p:cNvPr>
          <p:cNvSpPr txBox="1"/>
          <p:nvPr/>
        </p:nvSpPr>
        <p:spPr>
          <a:xfrm>
            <a:off x="4608458" y="4170944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#19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F2E7E6F1-975C-2463-5D4D-5861052134FA}"/>
              </a:ext>
            </a:extLst>
          </p:cNvPr>
          <p:cNvSpPr txBox="1"/>
          <p:nvPr/>
        </p:nvSpPr>
        <p:spPr>
          <a:xfrm>
            <a:off x="4938515" y="4179085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#20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B5EF84C8-F159-3638-50A9-E1CC1B9868FC}"/>
              </a:ext>
            </a:extLst>
          </p:cNvPr>
          <p:cNvSpPr txBox="1"/>
          <p:nvPr/>
        </p:nvSpPr>
        <p:spPr>
          <a:xfrm>
            <a:off x="4931232" y="4573266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#21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6E2A7692-4F7A-3BE8-7419-563DA69F9543}"/>
              </a:ext>
            </a:extLst>
          </p:cNvPr>
          <p:cNvSpPr txBox="1"/>
          <p:nvPr/>
        </p:nvSpPr>
        <p:spPr>
          <a:xfrm>
            <a:off x="4598496" y="5348147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#22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BA9CF36-60F7-C79F-165E-8BB4FDA3CBCC}"/>
              </a:ext>
            </a:extLst>
          </p:cNvPr>
          <p:cNvSpPr txBox="1"/>
          <p:nvPr/>
        </p:nvSpPr>
        <p:spPr>
          <a:xfrm>
            <a:off x="4948121" y="5655758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#23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87B3356C-C46A-8A59-D066-872C95629279}"/>
              </a:ext>
            </a:extLst>
          </p:cNvPr>
          <p:cNvSpPr txBox="1"/>
          <p:nvPr/>
        </p:nvSpPr>
        <p:spPr>
          <a:xfrm>
            <a:off x="4948162" y="5949296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#24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D5280051-25BB-300B-F7CE-991EF33773AE}"/>
              </a:ext>
            </a:extLst>
          </p:cNvPr>
          <p:cNvSpPr txBox="1"/>
          <p:nvPr/>
        </p:nvSpPr>
        <p:spPr>
          <a:xfrm>
            <a:off x="4101762" y="5345976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#25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E5016E24-7DD3-C6B7-4DAF-82848D3BC9FE}"/>
              </a:ext>
            </a:extLst>
          </p:cNvPr>
          <p:cNvSpPr txBox="1"/>
          <p:nvPr/>
        </p:nvSpPr>
        <p:spPr>
          <a:xfrm>
            <a:off x="4095010" y="4973789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#26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4BDD329E-7F9F-6541-0F54-1087FC48A0AF}"/>
              </a:ext>
            </a:extLst>
          </p:cNvPr>
          <p:cNvSpPr txBox="1"/>
          <p:nvPr/>
        </p:nvSpPr>
        <p:spPr>
          <a:xfrm>
            <a:off x="4374432" y="4973788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#27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D667AC04-B0BE-8F5D-C2E3-CADBF1F06B15}"/>
              </a:ext>
            </a:extLst>
          </p:cNvPr>
          <p:cNvSpPr txBox="1"/>
          <p:nvPr/>
        </p:nvSpPr>
        <p:spPr>
          <a:xfrm>
            <a:off x="4148453" y="4546036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#28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D7A6A462-BD34-16DC-A521-DA12D4CEF0C3}"/>
              </a:ext>
            </a:extLst>
          </p:cNvPr>
          <p:cNvSpPr txBox="1"/>
          <p:nvPr/>
        </p:nvSpPr>
        <p:spPr>
          <a:xfrm>
            <a:off x="4136546" y="3549793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#29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FF84D223-BDF0-6B85-9A71-4A938C5E9285}"/>
              </a:ext>
            </a:extLst>
          </p:cNvPr>
          <p:cNvSpPr txBox="1"/>
          <p:nvPr/>
        </p:nvSpPr>
        <p:spPr>
          <a:xfrm>
            <a:off x="3613777" y="3535434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#30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E57307A4-ED6B-EEFC-8354-8922D8E15AF2}"/>
              </a:ext>
            </a:extLst>
          </p:cNvPr>
          <p:cNvSpPr txBox="1"/>
          <p:nvPr/>
        </p:nvSpPr>
        <p:spPr>
          <a:xfrm>
            <a:off x="991561" y="3549792"/>
            <a:ext cx="430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/>
              <a:t>#31</a:t>
            </a:r>
          </a:p>
        </p:txBody>
      </p:sp>
    </p:spTree>
    <p:extLst>
      <p:ext uri="{BB962C8B-B14F-4D97-AF65-F5344CB8AC3E}">
        <p14:creationId xmlns:p14="http://schemas.microsoft.com/office/powerpoint/2010/main" val="41303404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F9E33CF54D24458BDA4662859B5632" ma:contentTypeVersion="10" ma:contentTypeDescription="Crée un document." ma:contentTypeScope="" ma:versionID="b7e22845d5aac8eafaffdb3f65e2216a">
  <xsd:schema xmlns:xsd="http://www.w3.org/2001/XMLSchema" xmlns:xs="http://www.w3.org/2001/XMLSchema" xmlns:p="http://schemas.microsoft.com/office/2006/metadata/properties" xmlns:ns2="749e4cd8-a9cb-4bb9-b50d-6d82fde16f70" targetNamespace="http://schemas.microsoft.com/office/2006/metadata/properties" ma:root="true" ma:fieldsID="50960f575c32302b6d8b4ffd2ebe765c" ns2:_="">
    <xsd:import namespace="749e4cd8-a9cb-4bb9-b50d-6d82fde16f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9e4cd8-a9cb-4bb9-b50d-6d82fde16f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e2825629-3c2e-4de7-855a-262a1979c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9e4cd8-a9cb-4bb9-b50d-6d82fde16f7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D71DC3C-5B27-4058-9205-F8C95924BC8A}"/>
</file>

<file path=customXml/itemProps2.xml><?xml version="1.0" encoding="utf-8"?>
<ds:datastoreItem xmlns:ds="http://schemas.openxmlformats.org/officeDocument/2006/customXml" ds:itemID="{2F23808A-5664-4DAB-807A-0DD3368AD608}"/>
</file>

<file path=customXml/itemProps3.xml><?xml version="1.0" encoding="utf-8"?>
<ds:datastoreItem xmlns:ds="http://schemas.openxmlformats.org/officeDocument/2006/customXml" ds:itemID="{8EF465E9-D70D-42E7-965E-065C4BE5DFC5}"/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105</Words>
  <Application>Microsoft Office PowerPoint</Application>
  <PresentationFormat>Grand écran</PresentationFormat>
  <Paragraphs>71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Bruno DUPLESSIS</dc:creator>
  <cp:lastModifiedBy>Bruno DUPLESSIS</cp:lastModifiedBy>
  <cp:revision>11</cp:revision>
  <dcterms:created xsi:type="dcterms:W3CDTF">2023-03-07T13:42:33Z</dcterms:created>
  <dcterms:modified xsi:type="dcterms:W3CDTF">2023-03-07T14:48:37Z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0x010100FBF9E33CF54D24458BDA4662859B5632</vt:lpwstr>
  </property>
</Properties>
</file>