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157A7-BC5B-488C-9434-317866275286}" v="13" dt="2025-02-16T12:48:26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40" d="100"/>
          <a:sy n="140" d="100"/>
        </p:scale>
        <p:origin x="102" y="-27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DUPLESSIS" userId="5bace279-80b2-400d-b85a-42d8b70be717" providerId="ADAL" clId="{C22157A7-BC5B-488C-9434-317866275286}"/>
    <pc:docChg chg="undo custSel modSld">
      <pc:chgData name="Bruno DUPLESSIS" userId="5bace279-80b2-400d-b85a-42d8b70be717" providerId="ADAL" clId="{C22157A7-BC5B-488C-9434-317866275286}" dt="2025-02-16T12:51:58.024" v="593" actId="20577"/>
      <pc:docMkLst>
        <pc:docMk/>
      </pc:docMkLst>
      <pc:sldChg chg="addSp delSp modSp mod">
        <pc:chgData name="Bruno DUPLESSIS" userId="5bace279-80b2-400d-b85a-42d8b70be717" providerId="ADAL" clId="{C22157A7-BC5B-488C-9434-317866275286}" dt="2025-02-16T12:51:58.024" v="593" actId="20577"/>
        <pc:sldMkLst>
          <pc:docMk/>
          <pc:sldMk cId="4130340426" sldId="257"/>
        </pc:sldMkLst>
        <pc:spChg chg="mod">
          <ac:chgData name="Bruno DUPLESSIS" userId="5bace279-80b2-400d-b85a-42d8b70be717" providerId="ADAL" clId="{C22157A7-BC5B-488C-9434-317866275286}" dt="2025-02-16T12:35:19.319" v="153" actId="1076"/>
          <ac:spMkLst>
            <pc:docMk/>
            <pc:sldMk cId="4130340426" sldId="257"/>
            <ac:spMk id="6" creationId="{4F267748-C03D-3F0E-694F-2ACEAC48FD60}"/>
          </ac:spMkLst>
        </pc:spChg>
        <pc:spChg chg="mod">
          <ac:chgData name="Bruno DUPLESSIS" userId="5bace279-80b2-400d-b85a-42d8b70be717" providerId="ADAL" clId="{C22157A7-BC5B-488C-9434-317866275286}" dt="2025-02-16T12:35:30.304" v="156" actId="20577"/>
          <ac:spMkLst>
            <pc:docMk/>
            <pc:sldMk cId="4130340426" sldId="257"/>
            <ac:spMk id="7" creationId="{F08DF999-A295-C053-A9A5-E7FC5F5CFFFE}"/>
          </ac:spMkLst>
        </pc:spChg>
        <pc:spChg chg="add del mod">
          <ac:chgData name="Bruno DUPLESSIS" userId="5bace279-80b2-400d-b85a-42d8b70be717" providerId="ADAL" clId="{C22157A7-BC5B-488C-9434-317866275286}" dt="2025-02-16T12:38:49.630" v="167" actId="478"/>
          <ac:spMkLst>
            <pc:docMk/>
            <pc:sldMk cId="4130340426" sldId="257"/>
            <ac:spMk id="11" creationId="{E4B0F58A-1FE8-D46F-FF32-F59B798686D6}"/>
          </ac:spMkLst>
        </pc:spChg>
        <pc:spChg chg="add del mod">
          <ac:chgData name="Bruno DUPLESSIS" userId="5bace279-80b2-400d-b85a-42d8b70be717" providerId="ADAL" clId="{C22157A7-BC5B-488C-9434-317866275286}" dt="2025-02-16T12:40:59.508" v="202" actId="478"/>
          <ac:spMkLst>
            <pc:docMk/>
            <pc:sldMk cId="4130340426" sldId="257"/>
            <ac:spMk id="13" creationId="{41352B0F-9B51-35CD-BB66-29A327EFA1BD}"/>
          </ac:spMkLst>
        </pc:spChg>
        <pc:spChg chg="add del mod">
          <ac:chgData name="Bruno DUPLESSIS" userId="5bace279-80b2-400d-b85a-42d8b70be717" providerId="ADAL" clId="{C22157A7-BC5B-488C-9434-317866275286}" dt="2025-02-16T12:41:02.792" v="204" actId="478"/>
          <ac:spMkLst>
            <pc:docMk/>
            <pc:sldMk cId="4130340426" sldId="257"/>
            <ac:spMk id="15" creationId="{1FF840F9-BD47-6016-564D-58C5CE1D333C}"/>
          </ac:spMkLst>
        </pc:spChg>
        <pc:spChg chg="add mod">
          <ac:chgData name="Bruno DUPLESSIS" userId="5bace279-80b2-400d-b85a-42d8b70be717" providerId="ADAL" clId="{C22157A7-BC5B-488C-9434-317866275286}" dt="2025-02-16T12:33:35.548" v="122" actId="20577"/>
          <ac:spMkLst>
            <pc:docMk/>
            <pc:sldMk cId="4130340426" sldId="257"/>
            <ac:spMk id="21" creationId="{AE59711A-D786-3842-B76E-A59743C1B29B}"/>
          </ac:spMkLst>
        </pc:spChg>
        <pc:spChg chg="add mod">
          <ac:chgData name="Bruno DUPLESSIS" userId="5bace279-80b2-400d-b85a-42d8b70be717" providerId="ADAL" clId="{C22157A7-BC5B-488C-9434-317866275286}" dt="2025-02-16T12:45:08.459" v="468" actId="1037"/>
          <ac:spMkLst>
            <pc:docMk/>
            <pc:sldMk cId="4130340426" sldId="257"/>
            <ac:spMk id="30" creationId="{B8BA7857-FB63-DFBF-DA66-756834A5AD32}"/>
          </ac:spMkLst>
        </pc:spChg>
        <pc:spChg chg="add del mod">
          <ac:chgData name="Bruno DUPLESSIS" userId="5bace279-80b2-400d-b85a-42d8b70be717" providerId="ADAL" clId="{C22157A7-BC5B-488C-9434-317866275286}" dt="2025-02-16T12:40:59.508" v="202" actId="478"/>
          <ac:spMkLst>
            <pc:docMk/>
            <pc:sldMk cId="4130340426" sldId="257"/>
            <ac:spMk id="34" creationId="{130B95D4-E904-9E27-60A2-A62570DCE27B}"/>
          </ac:spMkLst>
        </pc:spChg>
        <pc:spChg chg="add del mod">
          <ac:chgData name="Bruno DUPLESSIS" userId="5bace279-80b2-400d-b85a-42d8b70be717" providerId="ADAL" clId="{C22157A7-BC5B-488C-9434-317866275286}" dt="2025-02-16T12:40:59.508" v="202" actId="478"/>
          <ac:spMkLst>
            <pc:docMk/>
            <pc:sldMk cId="4130340426" sldId="257"/>
            <ac:spMk id="39" creationId="{4F8456C9-5EA1-0BD1-462B-BCAFE2D1CD1A}"/>
          </ac:spMkLst>
        </pc:spChg>
        <pc:spChg chg="add del mod ord">
          <ac:chgData name="Bruno DUPLESSIS" userId="5bace279-80b2-400d-b85a-42d8b70be717" providerId="ADAL" clId="{C22157A7-BC5B-488C-9434-317866275286}" dt="2025-02-16T12:40:59.508" v="202" actId="478"/>
          <ac:spMkLst>
            <pc:docMk/>
            <pc:sldMk cId="4130340426" sldId="257"/>
            <ac:spMk id="41" creationId="{B805FDDA-B3BF-E912-6EB2-C690C3132AD7}"/>
          </ac:spMkLst>
        </pc:spChg>
        <pc:spChg chg="add del mod">
          <ac:chgData name="Bruno DUPLESSIS" userId="5bace279-80b2-400d-b85a-42d8b70be717" providerId="ADAL" clId="{C22157A7-BC5B-488C-9434-317866275286}" dt="2025-02-16T12:40:59.508" v="202" actId="478"/>
          <ac:spMkLst>
            <pc:docMk/>
            <pc:sldMk cId="4130340426" sldId="257"/>
            <ac:spMk id="42" creationId="{5FCE5C71-D86B-F9F6-DA13-322771159FAE}"/>
          </ac:spMkLst>
        </pc:spChg>
        <pc:spChg chg="add del mod">
          <ac:chgData name="Bruno DUPLESSIS" userId="5bace279-80b2-400d-b85a-42d8b70be717" providerId="ADAL" clId="{C22157A7-BC5B-488C-9434-317866275286}" dt="2025-02-16T12:40:59.508" v="202" actId="478"/>
          <ac:spMkLst>
            <pc:docMk/>
            <pc:sldMk cId="4130340426" sldId="257"/>
            <ac:spMk id="44" creationId="{7C8AAF18-ABC8-BFD3-B8A3-5A7FBDD6FDB6}"/>
          </ac:spMkLst>
        </pc:spChg>
        <pc:spChg chg="add mod">
          <ac:chgData name="Bruno DUPLESSIS" userId="5bace279-80b2-400d-b85a-42d8b70be717" providerId="ADAL" clId="{C22157A7-BC5B-488C-9434-317866275286}" dt="2025-02-16T12:43:52.648" v="392" actId="20577"/>
          <ac:spMkLst>
            <pc:docMk/>
            <pc:sldMk cId="4130340426" sldId="257"/>
            <ac:spMk id="51" creationId="{5EDC6AC5-89C5-FCFD-A68C-54C0B0536778}"/>
          </ac:spMkLst>
        </pc:spChg>
        <pc:spChg chg="mod">
          <ac:chgData name="Bruno DUPLESSIS" userId="5bace279-80b2-400d-b85a-42d8b70be717" providerId="ADAL" clId="{C22157A7-BC5B-488C-9434-317866275286}" dt="2025-02-16T12:44:28.637" v="419" actId="14100"/>
          <ac:spMkLst>
            <pc:docMk/>
            <pc:sldMk cId="4130340426" sldId="257"/>
            <ac:spMk id="52" creationId="{08F23E34-9D0F-6164-3F91-C76A81E6D8F0}"/>
          </ac:spMkLst>
        </pc:spChg>
        <pc:spChg chg="add mod">
          <ac:chgData name="Bruno DUPLESSIS" userId="5bace279-80b2-400d-b85a-42d8b70be717" providerId="ADAL" clId="{C22157A7-BC5B-488C-9434-317866275286}" dt="2025-02-16T12:44:13.202" v="405" actId="14100"/>
          <ac:spMkLst>
            <pc:docMk/>
            <pc:sldMk cId="4130340426" sldId="257"/>
            <ac:spMk id="54" creationId="{11820C27-527A-B3F0-48FB-860D7EE74F52}"/>
          </ac:spMkLst>
        </pc:spChg>
        <pc:spChg chg="mod">
          <ac:chgData name="Bruno DUPLESSIS" userId="5bace279-80b2-400d-b85a-42d8b70be717" providerId="ADAL" clId="{C22157A7-BC5B-488C-9434-317866275286}" dt="2025-02-16T12:48:41.645" v="510" actId="20577"/>
          <ac:spMkLst>
            <pc:docMk/>
            <pc:sldMk cId="4130340426" sldId="257"/>
            <ac:spMk id="67" creationId="{0B1B82D4-F2B2-EABF-9CBD-4895B2426F31}"/>
          </ac:spMkLst>
        </pc:spChg>
        <pc:spChg chg="mod">
          <ac:chgData name="Bruno DUPLESSIS" userId="5bace279-80b2-400d-b85a-42d8b70be717" providerId="ADAL" clId="{C22157A7-BC5B-488C-9434-317866275286}" dt="2025-02-16T12:48:44.648" v="512" actId="20577"/>
          <ac:spMkLst>
            <pc:docMk/>
            <pc:sldMk cId="4130340426" sldId="257"/>
            <ac:spMk id="68" creationId="{157A5F3F-C6D8-CF33-7EF4-E3321A3A2B30}"/>
          </ac:spMkLst>
        </pc:spChg>
        <pc:spChg chg="mod">
          <ac:chgData name="Bruno DUPLESSIS" userId="5bace279-80b2-400d-b85a-42d8b70be717" providerId="ADAL" clId="{C22157A7-BC5B-488C-9434-317866275286}" dt="2025-02-16T12:46:30.299" v="478" actId="20577"/>
          <ac:spMkLst>
            <pc:docMk/>
            <pc:sldMk cId="4130340426" sldId="257"/>
            <ac:spMk id="74" creationId="{1FF981C0-E043-0A65-8F96-0394C0B95233}"/>
          </ac:spMkLst>
        </pc:spChg>
        <pc:spChg chg="mod">
          <ac:chgData name="Bruno DUPLESSIS" userId="5bace279-80b2-400d-b85a-42d8b70be717" providerId="ADAL" clId="{C22157A7-BC5B-488C-9434-317866275286}" dt="2025-02-16T12:46:36.889" v="480" actId="20577"/>
          <ac:spMkLst>
            <pc:docMk/>
            <pc:sldMk cId="4130340426" sldId="257"/>
            <ac:spMk id="75" creationId="{6CFDC6BC-DE4A-9CB6-BFDA-18977DD8A410}"/>
          </ac:spMkLst>
        </pc:spChg>
        <pc:spChg chg="mod">
          <ac:chgData name="Bruno DUPLESSIS" userId="5bace279-80b2-400d-b85a-42d8b70be717" providerId="ADAL" clId="{C22157A7-BC5B-488C-9434-317866275286}" dt="2025-02-16T12:46:46.827" v="482" actId="20577"/>
          <ac:spMkLst>
            <pc:docMk/>
            <pc:sldMk cId="4130340426" sldId="257"/>
            <ac:spMk id="76" creationId="{7E58AE8C-5796-8E0F-2296-9E757E3CAE26}"/>
          </ac:spMkLst>
        </pc:spChg>
        <pc:spChg chg="mod">
          <ac:chgData name="Bruno DUPLESSIS" userId="5bace279-80b2-400d-b85a-42d8b70be717" providerId="ADAL" clId="{C22157A7-BC5B-488C-9434-317866275286}" dt="2025-02-16T12:47:05.635" v="486" actId="20577"/>
          <ac:spMkLst>
            <pc:docMk/>
            <pc:sldMk cId="4130340426" sldId="257"/>
            <ac:spMk id="77" creationId="{690A0FC3-D804-E34D-29A2-23050594B040}"/>
          </ac:spMkLst>
        </pc:spChg>
        <pc:spChg chg="mod">
          <ac:chgData name="Bruno DUPLESSIS" userId="5bace279-80b2-400d-b85a-42d8b70be717" providerId="ADAL" clId="{C22157A7-BC5B-488C-9434-317866275286}" dt="2025-02-16T12:47:15.883" v="488" actId="20577"/>
          <ac:spMkLst>
            <pc:docMk/>
            <pc:sldMk cId="4130340426" sldId="257"/>
            <ac:spMk id="78" creationId="{D85F4DD7-555E-C327-D397-DD25391C66DC}"/>
          </ac:spMkLst>
        </pc:spChg>
        <pc:spChg chg="mod">
          <ac:chgData name="Bruno DUPLESSIS" userId="5bace279-80b2-400d-b85a-42d8b70be717" providerId="ADAL" clId="{C22157A7-BC5B-488C-9434-317866275286}" dt="2025-02-16T12:47:22.785" v="492" actId="1035"/>
          <ac:spMkLst>
            <pc:docMk/>
            <pc:sldMk cId="4130340426" sldId="257"/>
            <ac:spMk id="79" creationId="{90AAC6A4-D411-AF5D-6176-DDFBE9242FEE}"/>
          </ac:spMkLst>
        </pc:spChg>
        <pc:spChg chg="mod">
          <ac:chgData name="Bruno DUPLESSIS" userId="5bace279-80b2-400d-b85a-42d8b70be717" providerId="ADAL" clId="{C22157A7-BC5B-488C-9434-317866275286}" dt="2025-02-16T12:47:31.053" v="494" actId="20577"/>
          <ac:spMkLst>
            <pc:docMk/>
            <pc:sldMk cId="4130340426" sldId="257"/>
            <ac:spMk id="80" creationId="{DDEF257A-0766-4DD8-D8C1-165B7F270E3D}"/>
          </ac:spMkLst>
        </pc:spChg>
        <pc:spChg chg="mod">
          <ac:chgData name="Bruno DUPLESSIS" userId="5bace279-80b2-400d-b85a-42d8b70be717" providerId="ADAL" clId="{C22157A7-BC5B-488C-9434-317866275286}" dt="2025-02-16T12:47:40.883" v="498" actId="20577"/>
          <ac:spMkLst>
            <pc:docMk/>
            <pc:sldMk cId="4130340426" sldId="257"/>
            <ac:spMk id="81" creationId="{C866E0A5-7DF6-70CA-CDF8-12993F6CBDF5}"/>
          </ac:spMkLst>
        </pc:spChg>
        <pc:spChg chg="mod">
          <ac:chgData name="Bruno DUPLESSIS" userId="5bace279-80b2-400d-b85a-42d8b70be717" providerId="ADAL" clId="{C22157A7-BC5B-488C-9434-317866275286}" dt="2025-02-16T12:50:30.744" v="535" actId="20577"/>
          <ac:spMkLst>
            <pc:docMk/>
            <pc:sldMk cId="4130340426" sldId="257"/>
            <ac:spMk id="82" creationId="{6AF51052-E550-B4A4-26F7-A8ADB532C9D1}"/>
          </ac:spMkLst>
        </pc:spChg>
        <pc:spChg chg="mod">
          <ac:chgData name="Bruno DUPLESSIS" userId="5bace279-80b2-400d-b85a-42d8b70be717" providerId="ADAL" clId="{C22157A7-BC5B-488C-9434-317866275286}" dt="2025-02-16T12:50:41.584" v="539" actId="20577"/>
          <ac:spMkLst>
            <pc:docMk/>
            <pc:sldMk cId="4130340426" sldId="257"/>
            <ac:spMk id="83" creationId="{FEAB36A1-D0B6-9C6F-63EE-124AF0D596FD}"/>
          </ac:spMkLst>
        </pc:spChg>
        <pc:spChg chg="mod">
          <ac:chgData name="Bruno DUPLESSIS" userId="5bace279-80b2-400d-b85a-42d8b70be717" providerId="ADAL" clId="{C22157A7-BC5B-488C-9434-317866275286}" dt="2025-02-16T12:50:44.291" v="543" actId="20577"/>
          <ac:spMkLst>
            <pc:docMk/>
            <pc:sldMk cId="4130340426" sldId="257"/>
            <ac:spMk id="84" creationId="{D83930AE-9CEA-603A-5BE2-103BDAF8AC76}"/>
          </ac:spMkLst>
        </pc:spChg>
        <pc:spChg chg="mod">
          <ac:chgData name="Bruno DUPLESSIS" userId="5bace279-80b2-400d-b85a-42d8b70be717" providerId="ADAL" clId="{C22157A7-BC5B-488C-9434-317866275286}" dt="2025-02-16T12:50:47.229" v="547" actId="20577"/>
          <ac:spMkLst>
            <pc:docMk/>
            <pc:sldMk cId="4130340426" sldId="257"/>
            <ac:spMk id="85" creationId="{C98081DD-5955-AACC-3C28-4E0D2A7992C6}"/>
          </ac:spMkLst>
        </pc:spChg>
        <pc:spChg chg="mod">
          <ac:chgData name="Bruno DUPLESSIS" userId="5bace279-80b2-400d-b85a-42d8b70be717" providerId="ADAL" clId="{C22157A7-BC5B-488C-9434-317866275286}" dt="2025-02-16T12:50:54.972" v="551" actId="20577"/>
          <ac:spMkLst>
            <pc:docMk/>
            <pc:sldMk cId="4130340426" sldId="257"/>
            <ac:spMk id="86" creationId="{FD804A2E-1647-E10D-CA17-8D05AA931620}"/>
          </ac:spMkLst>
        </pc:spChg>
        <pc:spChg chg="mod">
          <ac:chgData name="Bruno DUPLESSIS" userId="5bace279-80b2-400d-b85a-42d8b70be717" providerId="ADAL" clId="{C22157A7-BC5B-488C-9434-317866275286}" dt="2025-02-16T12:50:58.488" v="555" actId="20577"/>
          <ac:spMkLst>
            <pc:docMk/>
            <pc:sldMk cId="4130340426" sldId="257"/>
            <ac:spMk id="87" creationId="{32CAEDCE-235A-FAAC-B870-87EB4099786A}"/>
          </ac:spMkLst>
        </pc:spChg>
        <pc:spChg chg="mod">
          <ac:chgData name="Bruno DUPLESSIS" userId="5bace279-80b2-400d-b85a-42d8b70be717" providerId="ADAL" clId="{C22157A7-BC5B-488C-9434-317866275286}" dt="2025-02-16T12:51:02.302" v="559" actId="20577"/>
          <ac:spMkLst>
            <pc:docMk/>
            <pc:sldMk cId="4130340426" sldId="257"/>
            <ac:spMk id="88" creationId="{6BD0ACBC-F704-59B4-0B34-129D90E62C59}"/>
          </ac:spMkLst>
        </pc:spChg>
        <pc:spChg chg="mod">
          <ac:chgData name="Bruno DUPLESSIS" userId="5bace279-80b2-400d-b85a-42d8b70be717" providerId="ADAL" clId="{C22157A7-BC5B-488C-9434-317866275286}" dt="2025-02-16T12:51:05.347" v="563" actId="20577"/>
          <ac:spMkLst>
            <pc:docMk/>
            <pc:sldMk cId="4130340426" sldId="257"/>
            <ac:spMk id="89" creationId="{D421BE4B-6178-F1AF-0D4D-77EBDAD73035}"/>
          </ac:spMkLst>
        </pc:spChg>
        <pc:spChg chg="mod">
          <ac:chgData name="Bruno DUPLESSIS" userId="5bace279-80b2-400d-b85a-42d8b70be717" providerId="ADAL" clId="{C22157A7-BC5B-488C-9434-317866275286}" dt="2025-02-16T12:51:18.441" v="567" actId="20577"/>
          <ac:spMkLst>
            <pc:docMk/>
            <pc:sldMk cId="4130340426" sldId="257"/>
            <ac:spMk id="90" creationId="{4CBBD674-B540-3583-36EF-9D3DEAF29077}"/>
          </ac:spMkLst>
        </pc:spChg>
        <pc:spChg chg="mod">
          <ac:chgData name="Bruno DUPLESSIS" userId="5bace279-80b2-400d-b85a-42d8b70be717" providerId="ADAL" clId="{C22157A7-BC5B-488C-9434-317866275286}" dt="2025-02-16T12:51:47.540" v="583" actId="20577"/>
          <ac:spMkLst>
            <pc:docMk/>
            <pc:sldMk cId="4130340426" sldId="257"/>
            <ac:spMk id="91" creationId="{9C62ECC5-AF2D-81D3-11ED-92E35E1B8214}"/>
          </ac:spMkLst>
        </pc:spChg>
        <pc:spChg chg="mod">
          <ac:chgData name="Bruno DUPLESSIS" userId="5bace279-80b2-400d-b85a-42d8b70be717" providerId="ADAL" clId="{C22157A7-BC5B-488C-9434-317866275286}" dt="2025-02-16T12:51:50.590" v="587" actId="20577"/>
          <ac:spMkLst>
            <pc:docMk/>
            <pc:sldMk cId="4130340426" sldId="257"/>
            <ac:spMk id="92" creationId="{516CCEE0-0ECB-8326-951D-712F6F0EA4F2}"/>
          </ac:spMkLst>
        </pc:spChg>
        <pc:spChg chg="mod">
          <ac:chgData name="Bruno DUPLESSIS" userId="5bace279-80b2-400d-b85a-42d8b70be717" providerId="ADAL" clId="{C22157A7-BC5B-488C-9434-317866275286}" dt="2025-02-16T12:51:55.482" v="591" actId="20577"/>
          <ac:spMkLst>
            <pc:docMk/>
            <pc:sldMk cId="4130340426" sldId="257"/>
            <ac:spMk id="93" creationId="{18997130-BA41-82F3-540A-A570D161DD09}"/>
          </ac:spMkLst>
        </pc:spChg>
        <pc:spChg chg="mod">
          <ac:chgData name="Bruno DUPLESSIS" userId="5bace279-80b2-400d-b85a-42d8b70be717" providerId="ADAL" clId="{C22157A7-BC5B-488C-9434-317866275286}" dt="2025-02-16T12:51:58.024" v="593" actId="20577"/>
          <ac:spMkLst>
            <pc:docMk/>
            <pc:sldMk cId="4130340426" sldId="257"/>
            <ac:spMk id="94" creationId="{DD8674B4-E9F8-9864-0427-A2968A5B808F}"/>
          </ac:spMkLst>
        </pc:spChg>
        <pc:spChg chg="mod">
          <ac:chgData name="Bruno DUPLESSIS" userId="5bace279-80b2-400d-b85a-42d8b70be717" providerId="ADAL" clId="{C22157A7-BC5B-488C-9434-317866275286}" dt="2025-02-16T12:48:51.041" v="514" actId="20577"/>
          <ac:spMkLst>
            <pc:docMk/>
            <pc:sldMk cId="4130340426" sldId="257"/>
            <ac:spMk id="95" creationId="{D895B64E-B3E2-2D47-3657-CE2D80B02103}"/>
          </ac:spMkLst>
        </pc:spChg>
        <pc:spChg chg="mod">
          <ac:chgData name="Bruno DUPLESSIS" userId="5bace279-80b2-400d-b85a-42d8b70be717" providerId="ADAL" clId="{C22157A7-BC5B-488C-9434-317866275286}" dt="2025-02-16T12:49:17.980" v="521" actId="1035"/>
          <ac:spMkLst>
            <pc:docMk/>
            <pc:sldMk cId="4130340426" sldId="257"/>
            <ac:spMk id="96" creationId="{04A1F80A-969A-2943-3ECD-322558D9217F}"/>
          </ac:spMkLst>
        </pc:spChg>
        <pc:spChg chg="mod">
          <ac:chgData name="Bruno DUPLESSIS" userId="5bace279-80b2-400d-b85a-42d8b70be717" providerId="ADAL" clId="{C22157A7-BC5B-488C-9434-317866275286}" dt="2025-02-16T12:33:20.164" v="113" actId="1076"/>
          <ac:spMkLst>
            <pc:docMk/>
            <pc:sldMk cId="4130340426" sldId="257"/>
            <ac:spMk id="106" creationId="{CFFC6300-20F4-8DAF-3F0E-F74C506DEB0D}"/>
          </ac:spMkLst>
        </pc:spChg>
        <pc:spChg chg="mod">
          <ac:chgData name="Bruno DUPLESSIS" userId="5bace279-80b2-400d-b85a-42d8b70be717" providerId="ADAL" clId="{C22157A7-BC5B-488C-9434-317866275286}" dt="2025-02-16T12:33:37.798" v="124" actId="20577"/>
          <ac:spMkLst>
            <pc:docMk/>
            <pc:sldMk cId="4130340426" sldId="257"/>
            <ac:spMk id="107" creationId="{11B125B2-F716-8E2B-136E-3A2B9D222B53}"/>
          </ac:spMkLst>
        </pc:spChg>
        <pc:spChg chg="mod">
          <ac:chgData name="Bruno DUPLESSIS" userId="5bace279-80b2-400d-b85a-42d8b70be717" providerId="ADAL" clId="{C22157A7-BC5B-488C-9434-317866275286}" dt="2025-02-16T12:33:40.278" v="126" actId="20577"/>
          <ac:spMkLst>
            <pc:docMk/>
            <pc:sldMk cId="4130340426" sldId="257"/>
            <ac:spMk id="108" creationId="{53C0480A-C8DF-E8C1-C8FE-1D7096C21466}"/>
          </ac:spMkLst>
        </pc:spChg>
        <pc:spChg chg="mod">
          <ac:chgData name="Bruno DUPLESSIS" userId="5bace279-80b2-400d-b85a-42d8b70be717" providerId="ADAL" clId="{C22157A7-BC5B-488C-9434-317866275286}" dt="2025-02-16T12:35:03.935" v="147" actId="20577"/>
          <ac:spMkLst>
            <pc:docMk/>
            <pc:sldMk cId="4130340426" sldId="257"/>
            <ac:spMk id="109" creationId="{BCE2362A-DA36-A386-2EB3-F327F48F02D9}"/>
          </ac:spMkLst>
        </pc:spChg>
        <pc:spChg chg="mod">
          <ac:chgData name="Bruno DUPLESSIS" userId="5bace279-80b2-400d-b85a-42d8b70be717" providerId="ADAL" clId="{C22157A7-BC5B-488C-9434-317866275286}" dt="2025-02-16T12:35:08.359" v="149" actId="20577"/>
          <ac:spMkLst>
            <pc:docMk/>
            <pc:sldMk cId="4130340426" sldId="257"/>
            <ac:spMk id="110" creationId="{3237F2D2-F46E-0311-B387-9E702323C7D7}"/>
          </ac:spMkLst>
        </pc:spChg>
        <pc:spChg chg="mod">
          <ac:chgData name="Bruno DUPLESSIS" userId="5bace279-80b2-400d-b85a-42d8b70be717" providerId="ADAL" clId="{C22157A7-BC5B-488C-9434-317866275286}" dt="2025-02-16T12:35:11.776" v="151" actId="20577"/>
          <ac:spMkLst>
            <pc:docMk/>
            <pc:sldMk cId="4130340426" sldId="257"/>
            <ac:spMk id="111" creationId="{35233DA5-9137-C144-2E18-7104CF226F39}"/>
          </ac:spMkLst>
        </pc:spChg>
        <pc:spChg chg="mod">
          <ac:chgData name="Bruno DUPLESSIS" userId="5bace279-80b2-400d-b85a-42d8b70be717" providerId="ADAL" clId="{C22157A7-BC5B-488C-9434-317866275286}" dt="2025-02-16T12:38:03.244" v="164" actId="20577"/>
          <ac:spMkLst>
            <pc:docMk/>
            <pc:sldMk cId="4130340426" sldId="257"/>
            <ac:spMk id="112" creationId="{D6B91953-F25D-DD53-3985-45D52758E28A}"/>
          </ac:spMkLst>
        </pc:spChg>
        <pc:spChg chg="mod">
          <ac:chgData name="Bruno DUPLESSIS" userId="5bace279-80b2-400d-b85a-42d8b70be717" providerId="ADAL" clId="{C22157A7-BC5B-488C-9434-317866275286}" dt="2025-02-16T12:37:38.074" v="162" actId="20577"/>
          <ac:spMkLst>
            <pc:docMk/>
            <pc:sldMk cId="4130340426" sldId="257"/>
            <ac:spMk id="113" creationId="{99C46D8B-8B0E-4CB7-DD3C-62F56D1598D9}"/>
          </ac:spMkLst>
        </pc:spChg>
        <pc:spChg chg="mod">
          <ac:chgData name="Bruno DUPLESSIS" userId="5bace279-80b2-400d-b85a-42d8b70be717" providerId="ADAL" clId="{C22157A7-BC5B-488C-9434-317866275286}" dt="2025-02-16T12:47:36.107" v="496" actId="20577"/>
          <ac:spMkLst>
            <pc:docMk/>
            <pc:sldMk cId="4130340426" sldId="257"/>
            <ac:spMk id="114" creationId="{CFBCB6F2-805B-9D2A-B3F7-709BEF28FA78}"/>
          </ac:spMkLst>
        </pc:spChg>
        <pc:spChg chg="mod">
          <ac:chgData name="Bruno DUPLESSIS" userId="5bace279-80b2-400d-b85a-42d8b70be717" providerId="ADAL" clId="{C22157A7-BC5B-488C-9434-317866275286}" dt="2025-02-16T12:28:53.791" v="20" actId="20577"/>
          <ac:spMkLst>
            <pc:docMk/>
            <pc:sldMk cId="4130340426" sldId="257"/>
            <ac:spMk id="115" creationId="{567CC663-B755-1356-89B3-9B6CAC790208}"/>
          </ac:spMkLst>
        </pc:spChg>
        <pc:spChg chg="mod">
          <ac:chgData name="Bruno DUPLESSIS" userId="5bace279-80b2-400d-b85a-42d8b70be717" providerId="ADAL" clId="{C22157A7-BC5B-488C-9434-317866275286}" dt="2025-02-16T12:29:32.330" v="34" actId="20577"/>
          <ac:spMkLst>
            <pc:docMk/>
            <pc:sldMk cId="4130340426" sldId="257"/>
            <ac:spMk id="116" creationId="{70854B6D-CC7E-70E4-15A9-E6C76E887B69}"/>
          </ac:spMkLst>
        </pc:spChg>
        <pc:spChg chg="mod">
          <ac:chgData name="Bruno DUPLESSIS" userId="5bace279-80b2-400d-b85a-42d8b70be717" providerId="ADAL" clId="{C22157A7-BC5B-488C-9434-317866275286}" dt="2025-02-16T12:29:36.639" v="38" actId="20577"/>
          <ac:spMkLst>
            <pc:docMk/>
            <pc:sldMk cId="4130340426" sldId="257"/>
            <ac:spMk id="117" creationId="{F2E7E6F1-975C-2463-5D4D-5861052134FA}"/>
          </ac:spMkLst>
        </pc:spChg>
        <pc:spChg chg="add mod">
          <ac:chgData name="Bruno DUPLESSIS" userId="5bace279-80b2-400d-b85a-42d8b70be717" providerId="ADAL" clId="{C22157A7-BC5B-488C-9434-317866275286}" dt="2025-02-16T12:49:21.206" v="523" actId="20577"/>
          <ac:spMkLst>
            <pc:docMk/>
            <pc:sldMk cId="4130340426" sldId="257"/>
            <ac:spMk id="118" creationId="{A7D15AB1-C5DD-56C4-B737-E4CCD96BD10D}"/>
          </ac:spMkLst>
        </pc:spChg>
        <pc:spChg chg="add mod">
          <ac:chgData name="Bruno DUPLESSIS" userId="5bace279-80b2-400d-b85a-42d8b70be717" providerId="ADAL" clId="{C22157A7-BC5B-488C-9434-317866275286}" dt="2025-02-16T12:49:34.597" v="525" actId="20577"/>
          <ac:spMkLst>
            <pc:docMk/>
            <pc:sldMk cId="4130340426" sldId="257"/>
            <ac:spMk id="119" creationId="{3E8148D6-C39E-145E-5D95-955468A7E008}"/>
          </ac:spMkLst>
        </pc:spChg>
        <pc:spChg chg="mod">
          <ac:chgData name="Bruno DUPLESSIS" userId="5bace279-80b2-400d-b85a-42d8b70be717" providerId="ADAL" clId="{C22157A7-BC5B-488C-9434-317866275286}" dt="2025-02-16T12:29:41.088" v="42" actId="20577"/>
          <ac:spMkLst>
            <pc:docMk/>
            <pc:sldMk cId="4130340426" sldId="257"/>
            <ac:spMk id="120" creationId="{B5EF84C8-F159-3638-50A9-E1CC1B9868FC}"/>
          </ac:spMkLst>
        </pc:spChg>
        <pc:spChg chg="mod">
          <ac:chgData name="Bruno DUPLESSIS" userId="5bace279-80b2-400d-b85a-42d8b70be717" providerId="ADAL" clId="{C22157A7-BC5B-488C-9434-317866275286}" dt="2025-02-16T12:30:00.365" v="50" actId="20577"/>
          <ac:spMkLst>
            <pc:docMk/>
            <pc:sldMk cId="4130340426" sldId="257"/>
            <ac:spMk id="121" creationId="{6E2A7692-4F7A-3BE8-7419-563DA69F9543}"/>
          </ac:spMkLst>
        </pc:spChg>
        <pc:spChg chg="add mod">
          <ac:chgData name="Bruno DUPLESSIS" userId="5bace279-80b2-400d-b85a-42d8b70be717" providerId="ADAL" clId="{C22157A7-BC5B-488C-9434-317866275286}" dt="2025-02-16T12:49:44.858" v="527" actId="20577"/>
          <ac:spMkLst>
            <pc:docMk/>
            <pc:sldMk cId="4130340426" sldId="257"/>
            <ac:spMk id="122" creationId="{9B2138B4-FBE4-40AC-2161-0707C124F4F1}"/>
          </ac:spMkLst>
        </pc:spChg>
        <pc:spChg chg="add mod">
          <ac:chgData name="Bruno DUPLESSIS" userId="5bace279-80b2-400d-b85a-42d8b70be717" providerId="ADAL" clId="{C22157A7-BC5B-488C-9434-317866275286}" dt="2025-02-16T12:49:57.199" v="529" actId="20577"/>
          <ac:spMkLst>
            <pc:docMk/>
            <pc:sldMk cId="4130340426" sldId="257"/>
            <ac:spMk id="123" creationId="{6E49D9E9-8923-43D4-0290-06B0C1D9483F}"/>
          </ac:spMkLst>
        </pc:spChg>
        <pc:spChg chg="mod">
          <ac:chgData name="Bruno DUPLESSIS" userId="5bace279-80b2-400d-b85a-42d8b70be717" providerId="ADAL" clId="{C22157A7-BC5B-488C-9434-317866275286}" dt="2025-02-16T12:30:06.502" v="54" actId="20577"/>
          <ac:spMkLst>
            <pc:docMk/>
            <pc:sldMk cId="4130340426" sldId="257"/>
            <ac:spMk id="124" creationId="{7BA9CF36-60F7-C79F-165E-8BB4FDA3CBCC}"/>
          </ac:spMkLst>
        </pc:spChg>
        <pc:spChg chg="mod">
          <ac:chgData name="Bruno DUPLESSIS" userId="5bace279-80b2-400d-b85a-42d8b70be717" providerId="ADAL" clId="{C22157A7-BC5B-488C-9434-317866275286}" dt="2025-02-16T12:30:12.080" v="58" actId="20577"/>
          <ac:spMkLst>
            <pc:docMk/>
            <pc:sldMk cId="4130340426" sldId="257"/>
            <ac:spMk id="125" creationId="{87B3356C-C46A-8A59-D066-872C95629279}"/>
          </ac:spMkLst>
        </pc:spChg>
        <pc:spChg chg="mod">
          <ac:chgData name="Bruno DUPLESSIS" userId="5bace279-80b2-400d-b85a-42d8b70be717" providerId="ADAL" clId="{C22157A7-BC5B-488C-9434-317866275286}" dt="2025-02-16T12:30:46.279" v="67" actId="20577"/>
          <ac:spMkLst>
            <pc:docMk/>
            <pc:sldMk cId="4130340426" sldId="257"/>
            <ac:spMk id="126" creationId="{D5280051-25BB-300B-F7CE-991EF33773AE}"/>
          </ac:spMkLst>
        </pc:spChg>
        <pc:spChg chg="mod">
          <ac:chgData name="Bruno DUPLESSIS" userId="5bace279-80b2-400d-b85a-42d8b70be717" providerId="ADAL" clId="{C22157A7-BC5B-488C-9434-317866275286}" dt="2025-02-16T12:30:51.784" v="71" actId="20577"/>
          <ac:spMkLst>
            <pc:docMk/>
            <pc:sldMk cId="4130340426" sldId="257"/>
            <ac:spMk id="127" creationId="{E5016E24-7DD3-C6B7-4DAF-82848D3BC9FE}"/>
          </ac:spMkLst>
        </pc:spChg>
        <pc:spChg chg="mod">
          <ac:chgData name="Bruno DUPLESSIS" userId="5bace279-80b2-400d-b85a-42d8b70be717" providerId="ADAL" clId="{C22157A7-BC5B-488C-9434-317866275286}" dt="2025-02-16T12:30:38.614" v="63" actId="6549"/>
          <ac:spMkLst>
            <pc:docMk/>
            <pc:sldMk cId="4130340426" sldId="257"/>
            <ac:spMk id="128" creationId="{4BDD329E-7F9F-6541-0F54-1087FC48A0AF}"/>
          </ac:spMkLst>
        </pc:spChg>
        <pc:spChg chg="mod">
          <ac:chgData name="Bruno DUPLESSIS" userId="5bace279-80b2-400d-b85a-42d8b70be717" providerId="ADAL" clId="{C22157A7-BC5B-488C-9434-317866275286}" dt="2025-02-16T12:29:50.156" v="46" actId="20577"/>
          <ac:spMkLst>
            <pc:docMk/>
            <pc:sldMk cId="4130340426" sldId="257"/>
            <ac:spMk id="129" creationId="{D667AC04-B0BE-8F5D-C2E3-CADBF1F06B15}"/>
          </ac:spMkLst>
        </pc:spChg>
        <pc:spChg chg="mod">
          <ac:chgData name="Bruno DUPLESSIS" userId="5bace279-80b2-400d-b85a-42d8b70be717" providerId="ADAL" clId="{C22157A7-BC5B-488C-9434-317866275286}" dt="2025-02-16T12:29:17.425" v="30" actId="20577"/>
          <ac:spMkLst>
            <pc:docMk/>
            <pc:sldMk cId="4130340426" sldId="257"/>
            <ac:spMk id="130" creationId="{D7A6A462-BD34-16DC-A521-DA12D4CEF0C3}"/>
          </ac:spMkLst>
        </pc:spChg>
        <pc:spChg chg="mod">
          <ac:chgData name="Bruno DUPLESSIS" userId="5bace279-80b2-400d-b85a-42d8b70be717" providerId="ADAL" clId="{C22157A7-BC5B-488C-9434-317866275286}" dt="2025-02-16T12:27:40.871" v="12" actId="20577"/>
          <ac:spMkLst>
            <pc:docMk/>
            <pc:sldMk cId="4130340426" sldId="257"/>
            <ac:spMk id="131" creationId="{FF84D223-BDF0-6B85-9A71-4A938C5E9285}"/>
          </ac:spMkLst>
        </pc:spChg>
        <pc:spChg chg="mod">
          <ac:chgData name="Bruno DUPLESSIS" userId="5bace279-80b2-400d-b85a-42d8b70be717" providerId="ADAL" clId="{C22157A7-BC5B-488C-9434-317866275286}" dt="2025-02-16T12:27:47.973" v="18" actId="20577"/>
          <ac:spMkLst>
            <pc:docMk/>
            <pc:sldMk cId="4130340426" sldId="257"/>
            <ac:spMk id="132" creationId="{E57307A4-ED6B-EEFC-8354-8922D8E15AF2}"/>
          </ac:spMkLst>
        </pc:spChg>
        <pc:spChg chg="mod">
          <ac:chgData name="Bruno DUPLESSIS" userId="5bace279-80b2-400d-b85a-42d8b70be717" providerId="ADAL" clId="{C22157A7-BC5B-488C-9434-317866275286}" dt="2025-02-16T12:50:01.051" v="531" actId="20577"/>
          <ac:spMkLst>
            <pc:docMk/>
            <pc:sldMk cId="4130340426" sldId="257"/>
            <ac:spMk id="133" creationId="{A4337E16-BAB1-9C8A-732B-05F3C3BE4172}"/>
          </ac:spMkLst>
        </pc:spChg>
        <pc:spChg chg="mod">
          <ac:chgData name="Bruno DUPLESSIS" userId="5bace279-80b2-400d-b85a-42d8b70be717" providerId="ADAL" clId="{C22157A7-BC5B-488C-9434-317866275286}" dt="2025-02-16T12:44:43.667" v="431" actId="20577"/>
          <ac:spMkLst>
            <pc:docMk/>
            <pc:sldMk cId="4130340426" sldId="257"/>
            <ac:spMk id="134" creationId="{7486D99D-E276-3A86-6D1E-9D95F11331AA}"/>
          </ac:spMkLst>
        </pc:spChg>
        <pc:spChg chg="mod">
          <ac:chgData name="Bruno DUPLESSIS" userId="5bace279-80b2-400d-b85a-42d8b70be717" providerId="ADAL" clId="{C22157A7-BC5B-488C-9434-317866275286}" dt="2025-02-16T12:43:56.901" v="396" actId="20577"/>
          <ac:spMkLst>
            <pc:docMk/>
            <pc:sldMk cId="4130340426" sldId="257"/>
            <ac:spMk id="135" creationId="{22E72081-1402-BFE3-87F8-19723AED53B9}"/>
          </ac:spMkLst>
        </pc:spChg>
        <pc:spChg chg="add mod">
          <ac:chgData name="Bruno DUPLESSIS" userId="5bace279-80b2-400d-b85a-42d8b70be717" providerId="ADAL" clId="{C22157A7-BC5B-488C-9434-317866275286}" dt="2025-02-16T12:43:59.931" v="400" actId="20577"/>
          <ac:spMkLst>
            <pc:docMk/>
            <pc:sldMk cId="4130340426" sldId="257"/>
            <ac:spMk id="136" creationId="{B6ADF138-F005-1546-6AA7-CB2DC8D92BDF}"/>
          </ac:spMkLst>
        </pc:spChg>
        <pc:spChg chg="mod">
          <ac:chgData name="Bruno DUPLESSIS" userId="5bace279-80b2-400d-b85a-42d8b70be717" providerId="ADAL" clId="{C22157A7-BC5B-488C-9434-317866275286}" dt="2025-02-16T12:44:47.584" v="435" actId="20577"/>
          <ac:spMkLst>
            <pc:docMk/>
            <pc:sldMk cId="4130340426" sldId="257"/>
            <ac:spMk id="137" creationId="{28D9D19E-B471-D516-CF15-A5CA0D3A11AE}"/>
          </ac:spMkLst>
        </pc:spChg>
        <pc:spChg chg="mod">
          <ac:chgData name="Bruno DUPLESSIS" userId="5bace279-80b2-400d-b85a-42d8b70be717" providerId="ADAL" clId="{C22157A7-BC5B-488C-9434-317866275286}" dt="2025-02-16T12:44:15.642" v="409" actId="20577"/>
          <ac:spMkLst>
            <pc:docMk/>
            <pc:sldMk cId="4130340426" sldId="257"/>
            <ac:spMk id="138" creationId="{F818D7A7-A9E0-AAEA-D7F5-998D3848B747}"/>
          </ac:spMkLst>
        </pc:spChg>
        <pc:spChg chg="mod">
          <ac:chgData name="Bruno DUPLESSIS" userId="5bace279-80b2-400d-b85a-42d8b70be717" providerId="ADAL" clId="{C22157A7-BC5B-488C-9434-317866275286}" dt="2025-02-16T12:44:21.783" v="415" actId="20577"/>
          <ac:spMkLst>
            <pc:docMk/>
            <pc:sldMk cId="4130340426" sldId="257"/>
            <ac:spMk id="139" creationId="{67E2E1F8-26CF-5C29-FFAA-3696BDF27208}"/>
          </ac:spMkLst>
        </pc:spChg>
        <pc:spChg chg="mod">
          <ac:chgData name="Bruno DUPLESSIS" userId="5bace279-80b2-400d-b85a-42d8b70be717" providerId="ADAL" clId="{C22157A7-BC5B-488C-9434-317866275286}" dt="2025-02-16T12:44:33.856" v="423" actId="20577"/>
          <ac:spMkLst>
            <pc:docMk/>
            <pc:sldMk cId="4130340426" sldId="257"/>
            <ac:spMk id="140" creationId="{B7C922E8-9B0E-D8AC-6B32-C50CE2232F03}"/>
          </ac:spMkLst>
        </pc:spChg>
        <pc:spChg chg="add mod">
          <ac:chgData name="Bruno DUPLESSIS" userId="5bace279-80b2-400d-b85a-42d8b70be717" providerId="ADAL" clId="{C22157A7-BC5B-488C-9434-317866275286}" dt="2025-02-16T12:44:36.971" v="427" actId="20577"/>
          <ac:spMkLst>
            <pc:docMk/>
            <pc:sldMk cId="4130340426" sldId="257"/>
            <ac:spMk id="141" creationId="{0AE57C38-5643-8567-9730-F18F19C279A4}"/>
          </ac:spMkLst>
        </pc:spChg>
        <pc:spChg chg="add mod">
          <ac:chgData name="Bruno DUPLESSIS" userId="5bace279-80b2-400d-b85a-42d8b70be717" providerId="ADAL" clId="{C22157A7-BC5B-488C-9434-317866275286}" dt="2025-02-16T12:44:55.280" v="443" actId="1038"/>
          <ac:spMkLst>
            <pc:docMk/>
            <pc:sldMk cId="4130340426" sldId="257"/>
            <ac:spMk id="142" creationId="{CC7583C7-7883-4D2A-9E46-802A56C1AD79}"/>
          </ac:spMkLst>
        </pc:spChg>
        <pc:spChg chg="add mod">
          <ac:chgData name="Bruno DUPLESSIS" userId="5bace279-80b2-400d-b85a-42d8b70be717" providerId="ADAL" clId="{C22157A7-BC5B-488C-9434-317866275286}" dt="2025-02-16T12:44:58.795" v="447" actId="20577"/>
          <ac:spMkLst>
            <pc:docMk/>
            <pc:sldMk cId="4130340426" sldId="257"/>
            <ac:spMk id="143" creationId="{8B468E11-10AC-41D6-6225-92D44209B428}"/>
          </ac:spMkLst>
        </pc:spChg>
        <pc:spChg chg="del">
          <ac:chgData name="Bruno DUPLESSIS" userId="5bace279-80b2-400d-b85a-42d8b70be717" providerId="ADAL" clId="{C22157A7-BC5B-488C-9434-317866275286}" dt="2025-02-16T12:42:43.058" v="373" actId="478"/>
          <ac:spMkLst>
            <pc:docMk/>
            <pc:sldMk cId="4130340426" sldId="257"/>
            <ac:spMk id="144" creationId="{CE1DD4F9-DFC0-0245-F323-7B16A6655170}"/>
          </ac:spMkLst>
        </pc:spChg>
        <pc:spChg chg="add mod">
          <ac:chgData name="Bruno DUPLESSIS" userId="5bace279-80b2-400d-b85a-42d8b70be717" providerId="ADAL" clId="{C22157A7-BC5B-488C-9434-317866275286}" dt="2025-02-16T12:46:27.747" v="474" actId="14100"/>
          <ac:spMkLst>
            <pc:docMk/>
            <pc:sldMk cId="4130340426" sldId="257"/>
            <ac:spMk id="148" creationId="{34965D01-0FE3-AD5F-967E-B2F608CB32E2}"/>
          </ac:spMkLst>
        </pc:spChg>
        <pc:spChg chg="add mod">
          <ac:chgData name="Bruno DUPLESSIS" userId="5bace279-80b2-400d-b85a-42d8b70be717" providerId="ADAL" clId="{C22157A7-BC5B-488C-9434-317866275286}" dt="2025-02-16T12:48:01.637" v="502" actId="20577"/>
          <ac:spMkLst>
            <pc:docMk/>
            <pc:sldMk cId="4130340426" sldId="257"/>
            <ac:spMk id="149" creationId="{AF544CEF-C2C3-0DE6-46A7-13EE6610E2F0}"/>
          </ac:spMkLst>
        </pc:spChg>
        <pc:spChg chg="add mod">
          <ac:chgData name="Bruno DUPLESSIS" userId="5bace279-80b2-400d-b85a-42d8b70be717" providerId="ADAL" clId="{C22157A7-BC5B-488C-9434-317866275286}" dt="2025-02-16T12:48:33.599" v="508" actId="20577"/>
          <ac:spMkLst>
            <pc:docMk/>
            <pc:sldMk cId="4130340426" sldId="257"/>
            <ac:spMk id="150" creationId="{977C9ED3-7E04-A706-645F-23E308CB1262}"/>
          </ac:spMkLst>
        </pc:spChg>
        <pc:cxnChg chg="add mod">
          <ac:chgData name="Bruno DUPLESSIS" userId="5bace279-80b2-400d-b85a-42d8b70be717" providerId="ADAL" clId="{C22157A7-BC5B-488C-9434-317866275286}" dt="2025-02-16T12:42:21.976" v="355" actId="14100"/>
          <ac:cxnSpMkLst>
            <pc:docMk/>
            <pc:sldMk cId="4130340426" sldId="257"/>
            <ac:cxnSpMk id="16" creationId="{5718D2D0-B862-8FD4-79CF-2179A704369C}"/>
          </ac:cxnSpMkLst>
        </pc:cxnChg>
        <pc:cxnChg chg="add mod">
          <ac:chgData name="Bruno DUPLESSIS" userId="5bace279-80b2-400d-b85a-42d8b70be717" providerId="ADAL" clId="{C22157A7-BC5B-488C-9434-317866275286}" dt="2025-02-16T12:43:24.519" v="387" actId="1037"/>
          <ac:cxnSpMkLst>
            <pc:docMk/>
            <pc:sldMk cId="4130340426" sldId="257"/>
            <ac:cxnSpMk id="23" creationId="{2264C03A-3DA7-C333-0A3F-0E6985C8ACDF}"/>
          </ac:cxnSpMkLst>
        </pc:cxnChg>
        <pc:cxnChg chg="add del mod">
          <ac:chgData name="Bruno DUPLESSIS" userId="5bace279-80b2-400d-b85a-42d8b70be717" providerId="ADAL" clId="{C22157A7-BC5B-488C-9434-317866275286}" dt="2025-02-16T12:40:59.508" v="202" actId="478"/>
          <ac:cxnSpMkLst>
            <pc:docMk/>
            <pc:sldMk cId="4130340426" sldId="257"/>
            <ac:cxnSpMk id="36" creationId="{96478147-DD42-FDDB-36CF-5FDE768F2ED4}"/>
          </ac:cxnSpMkLst>
        </pc:cxnChg>
        <pc:cxnChg chg="add del mod">
          <ac:chgData name="Bruno DUPLESSIS" userId="5bace279-80b2-400d-b85a-42d8b70be717" providerId="ADAL" clId="{C22157A7-BC5B-488C-9434-317866275286}" dt="2025-02-16T12:41:01.207" v="203" actId="478"/>
          <ac:cxnSpMkLst>
            <pc:docMk/>
            <pc:sldMk cId="4130340426" sldId="257"/>
            <ac:cxnSpMk id="37" creationId="{CA6A7CB6-A453-E04E-3783-EEEA0977DD7C}"/>
          </ac:cxnSpMkLst>
        </pc:cxnChg>
        <pc:cxnChg chg="mod">
          <ac:chgData name="Bruno DUPLESSIS" userId="5bace279-80b2-400d-b85a-42d8b70be717" providerId="ADAL" clId="{C22157A7-BC5B-488C-9434-317866275286}" dt="2025-02-16T12:49:11.890" v="518" actId="14100"/>
          <ac:cxnSpMkLst>
            <pc:docMk/>
            <pc:sldMk cId="4130340426" sldId="257"/>
            <ac:cxnSpMk id="58" creationId="{4A63CDF4-EC26-B65C-F020-9F342E971CB8}"/>
          </ac:cxnSpMkLst>
        </pc:cxnChg>
        <pc:cxnChg chg="mod">
          <ac:chgData name="Bruno DUPLESSIS" userId="5bace279-80b2-400d-b85a-42d8b70be717" providerId="ADAL" clId="{C22157A7-BC5B-488C-9434-317866275286}" dt="2025-02-16T12:43:30.939" v="388" actId="14100"/>
          <ac:cxnSpMkLst>
            <pc:docMk/>
            <pc:sldMk cId="4130340426" sldId="257"/>
            <ac:cxnSpMk id="64" creationId="{C880DB70-286A-5E15-8778-66BB4769724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D52E9-D8D2-21DD-D149-1AFE2C54D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A5D1565-76F2-F14A-4CE2-46CCDA100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00BA52-EFE6-3740-94BB-EA784762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16C812-9533-4C4E-5ACE-8BE0E150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E835D-FDFF-2F3A-FEB2-BFE99B59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76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1B1FE7-6390-1A97-DD3D-95CE5793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7B396C-E19B-B506-8875-890AC8327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E23F83-28D4-3948-F8B8-8FAB99D4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C29D8-207B-1330-56B3-B2CD79765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A9220-E234-E652-3EAF-89CFC368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45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71268-B061-FF5B-CBA8-6C4B6F38D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AEB2B9-671B-15D2-32D6-2C6CBA159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1E9C81-A1F8-F9B8-2C2F-C510DD79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ACACC5-38A1-8983-0FDA-52BC9528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CD0A02-F377-7841-AB2C-52C55A68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08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E11C4-4C39-26EC-CABF-38CD2186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728AEA-98E0-54F1-CD0A-63C3A15D4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230354-D8B9-6B69-5947-B14D9533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EEC5CD-D0DB-E456-CFF2-F98C2637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A54B33-4B57-571B-71CD-807054F8C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57EE46-39C5-B96F-5174-536CA085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78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00BEE-17ED-EB75-7920-8F110ED76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317005-2C37-FF01-5F56-A9EBDA5F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A4E045-4817-D7E1-594D-75BEA3EA1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D4CB35-4456-E539-DAB4-F0A0EACA8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D3B0B0-4DEE-D46F-C5BA-DC0552808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1BC7D0-6FFD-85CA-AEDF-36AEA63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8C49C32-C665-AC7A-40FE-17AC4D32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A70BC77-CFBC-D9E4-E40D-4DD5885A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90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F2487-0FC6-7D8E-FB3C-32996D5B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C8DCF4-A44C-8320-6CF6-C5D603C0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61EA81A-9EA1-DFB8-5F06-62706AA6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01BF7-03E6-42D9-2BA7-FB5FB32D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59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7EF30D-2783-42B4-F6E7-46BB4E48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F1A816-3521-2F34-44E5-2F076B84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C16B2F-73C6-ED2C-AFD5-655B60E9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678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A1D858-49E7-BBEE-337F-0EF17914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9359CC-CCDD-2572-8F8C-6CBD2F65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FFE4B0-2F81-E233-0D05-96824F7D4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055BAB-8024-C3ED-94E2-42D01681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872C39-BB78-A427-49C4-D76525E0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E139B7-19F1-3F04-E8E8-A12EED60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4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16BA62-9F4F-F0E6-5528-AC1F1827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F742AE-A57B-3220-447B-E4D1A79B2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357A29-D8C7-B400-7E49-71032FC71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44E06D-B179-9BB3-A27C-62EB443C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77A9B3-B880-35DB-3758-414E7676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5F6896-619F-2A62-2111-D7FBB324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2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FEB77-36E0-F4F3-252D-C68F03CE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A69EE6-2AA9-B790-A750-D1195DE66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032688-ADC8-751B-5E1B-807A728F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A8D333-B328-ED4F-BED4-8BEF37F7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6B9D39-40BF-F97F-B3A6-9C08BE7F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59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2973A1-2ADF-248A-125B-173C078D8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9970C5-6F3F-3245-F024-F2B77E60D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F0630-262A-9FC0-06E5-922BBAD9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8DCDDB-7E7C-A36E-1BDF-F4A487E8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D04DF2-6A1C-3E40-EBC3-E0262DF2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83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A91D92-78A9-AFDD-C258-56584F394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2C4448-0CFB-AEF3-AF87-A3E1DB1DF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9AC92E-53FF-D914-E175-218D7860C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7D39B-54F3-4D69-B0E4-2E938EF07AF2}" type="datetimeFigureOut">
              <a:rPr lang="fr-FR" smtClean="0"/>
              <a:t>16/02/2025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5E6D98-81AD-C29E-1131-89ED9267A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8F4C3C-A71A-38F6-BCB1-C4A9729E2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22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BAF2C6-95F4-8B7D-6C85-6FF2E5A9D7C6}"/>
              </a:ext>
            </a:extLst>
          </p:cNvPr>
          <p:cNvSpPr/>
          <p:nvPr/>
        </p:nvSpPr>
        <p:spPr>
          <a:xfrm>
            <a:off x="351323" y="2734656"/>
            <a:ext cx="698611" cy="132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200" dirty="0"/>
              <a:t>Centrale de 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923B58-212A-12EC-315D-132F89BF0257}"/>
              </a:ext>
            </a:extLst>
          </p:cNvPr>
          <p:cNvSpPr/>
          <p:nvPr/>
        </p:nvSpPr>
        <p:spPr>
          <a:xfrm>
            <a:off x="2764559" y="1632248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97F7D6-E9F1-A608-AAAC-3534A50ACE8C}"/>
              </a:ext>
            </a:extLst>
          </p:cNvPr>
          <p:cNvSpPr/>
          <p:nvPr/>
        </p:nvSpPr>
        <p:spPr>
          <a:xfrm>
            <a:off x="4181737" y="859931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800B9-37A6-6815-640F-8FEF130CE6F6}"/>
              </a:ext>
            </a:extLst>
          </p:cNvPr>
          <p:cNvSpPr/>
          <p:nvPr/>
        </p:nvSpPr>
        <p:spPr>
          <a:xfrm>
            <a:off x="6385838" y="877105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67748-C03D-3F0E-694F-2ACEAC48FD60}"/>
              </a:ext>
            </a:extLst>
          </p:cNvPr>
          <p:cNvSpPr/>
          <p:nvPr/>
        </p:nvSpPr>
        <p:spPr>
          <a:xfrm>
            <a:off x="7779520" y="1301637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DF999-A295-C053-A9A5-E7FC5F5CFFFE}"/>
              </a:ext>
            </a:extLst>
          </p:cNvPr>
          <p:cNvSpPr/>
          <p:nvPr/>
        </p:nvSpPr>
        <p:spPr>
          <a:xfrm>
            <a:off x="6377292" y="2319105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4A9B6-A9DC-486A-784E-2700BF843AF7}"/>
              </a:ext>
            </a:extLst>
          </p:cNvPr>
          <p:cNvSpPr/>
          <p:nvPr/>
        </p:nvSpPr>
        <p:spPr>
          <a:xfrm>
            <a:off x="5234414" y="4057224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7B11F-0F09-173F-2F8A-517A2087DCF6}"/>
              </a:ext>
            </a:extLst>
          </p:cNvPr>
          <p:cNvSpPr/>
          <p:nvPr/>
        </p:nvSpPr>
        <p:spPr>
          <a:xfrm>
            <a:off x="3473860" y="4855179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65583-71C7-BB0B-25C4-16EFE1D4A334}"/>
              </a:ext>
            </a:extLst>
          </p:cNvPr>
          <p:cNvSpPr/>
          <p:nvPr/>
        </p:nvSpPr>
        <p:spPr>
          <a:xfrm>
            <a:off x="5256761" y="5532648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SST8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34574EF-ED96-20D8-DB08-DDE1E80927ED}"/>
              </a:ext>
            </a:extLst>
          </p:cNvPr>
          <p:cNvCxnSpPr>
            <a:cxnSpLocks/>
          </p:cNvCxnSpPr>
          <p:nvPr/>
        </p:nvCxnSpPr>
        <p:spPr>
          <a:xfrm>
            <a:off x="1052078" y="3213220"/>
            <a:ext cx="6297301" cy="0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73CBC8C-E02B-74AB-3C6B-14DAB5175616}"/>
              </a:ext>
            </a:extLst>
          </p:cNvPr>
          <p:cNvCxnSpPr>
            <a:cxnSpLocks/>
          </p:cNvCxnSpPr>
          <p:nvPr/>
        </p:nvCxnSpPr>
        <p:spPr>
          <a:xfrm flipV="1">
            <a:off x="3743054" y="1074225"/>
            <a:ext cx="0" cy="2138995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C669B3F-D14D-1FFB-96C6-D91E8EEECC39}"/>
              </a:ext>
            </a:extLst>
          </p:cNvPr>
          <p:cNvCxnSpPr>
            <a:cxnSpLocks/>
          </p:cNvCxnSpPr>
          <p:nvPr/>
        </p:nvCxnSpPr>
        <p:spPr>
          <a:xfrm flipV="1">
            <a:off x="7357925" y="1392966"/>
            <a:ext cx="0" cy="1828800"/>
          </a:xfrm>
          <a:prstGeom prst="line">
            <a:avLst/>
          </a:prstGeom>
          <a:ln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27A9564-58E7-2CAA-4390-19C4EB285600}"/>
              </a:ext>
            </a:extLst>
          </p:cNvPr>
          <p:cNvCxnSpPr>
            <a:cxnSpLocks/>
          </p:cNvCxnSpPr>
          <p:nvPr/>
        </p:nvCxnSpPr>
        <p:spPr>
          <a:xfrm flipV="1">
            <a:off x="4658226" y="3213220"/>
            <a:ext cx="0" cy="2486826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6BCC1CB-8F69-AB71-1524-6742E4746B21}"/>
              </a:ext>
            </a:extLst>
          </p:cNvPr>
          <p:cNvCxnSpPr>
            <a:cxnSpLocks/>
          </p:cNvCxnSpPr>
          <p:nvPr/>
        </p:nvCxnSpPr>
        <p:spPr>
          <a:xfrm>
            <a:off x="3473860" y="2133901"/>
            <a:ext cx="2691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1F06651C-27E2-8793-9355-979AE6B499E5}"/>
              </a:ext>
            </a:extLst>
          </p:cNvPr>
          <p:cNvCxnSpPr>
            <a:cxnSpLocks/>
          </p:cNvCxnSpPr>
          <p:nvPr/>
        </p:nvCxnSpPr>
        <p:spPr>
          <a:xfrm>
            <a:off x="3743054" y="1080994"/>
            <a:ext cx="43156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DB383CCD-4015-2269-A113-DBB5C99DC102}"/>
              </a:ext>
            </a:extLst>
          </p:cNvPr>
          <p:cNvCxnSpPr>
            <a:cxnSpLocks/>
          </p:cNvCxnSpPr>
          <p:nvPr/>
        </p:nvCxnSpPr>
        <p:spPr>
          <a:xfrm>
            <a:off x="7086593" y="2824686"/>
            <a:ext cx="2691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B538720-BF92-DD3C-C7AC-F8E0C3FEF62D}"/>
              </a:ext>
            </a:extLst>
          </p:cNvPr>
          <p:cNvCxnSpPr>
            <a:cxnSpLocks/>
          </p:cNvCxnSpPr>
          <p:nvPr/>
        </p:nvCxnSpPr>
        <p:spPr>
          <a:xfrm>
            <a:off x="7095139" y="1396114"/>
            <a:ext cx="269194" cy="0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07951F72-7E53-2FE4-F168-DD43CB84535E}"/>
              </a:ext>
            </a:extLst>
          </p:cNvPr>
          <p:cNvCxnSpPr>
            <a:cxnSpLocks/>
          </p:cNvCxnSpPr>
          <p:nvPr/>
        </p:nvCxnSpPr>
        <p:spPr>
          <a:xfrm>
            <a:off x="7364333" y="1490118"/>
            <a:ext cx="415187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CEEEF63F-1C04-D640-9B1B-6DA790A2BBAE}"/>
              </a:ext>
            </a:extLst>
          </p:cNvPr>
          <p:cNvCxnSpPr>
            <a:cxnSpLocks/>
          </p:cNvCxnSpPr>
          <p:nvPr/>
        </p:nvCxnSpPr>
        <p:spPr>
          <a:xfrm>
            <a:off x="4664576" y="4216226"/>
            <a:ext cx="56983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FBDFDE0-ED6E-D72A-C782-CB4F2735C042}"/>
              </a:ext>
            </a:extLst>
          </p:cNvPr>
          <p:cNvCxnSpPr>
            <a:cxnSpLocks/>
          </p:cNvCxnSpPr>
          <p:nvPr/>
        </p:nvCxnSpPr>
        <p:spPr>
          <a:xfrm>
            <a:off x="4656030" y="5691500"/>
            <a:ext cx="60073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5C22884-BBA9-6D14-5A60-7B8F330E0929}"/>
              </a:ext>
            </a:extLst>
          </p:cNvPr>
          <p:cNvCxnSpPr>
            <a:cxnSpLocks/>
          </p:cNvCxnSpPr>
          <p:nvPr/>
        </p:nvCxnSpPr>
        <p:spPr>
          <a:xfrm>
            <a:off x="4174615" y="5394121"/>
            <a:ext cx="489961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ACB2FD95-6E12-F057-F65C-F335DCD36A7B}"/>
              </a:ext>
            </a:extLst>
          </p:cNvPr>
          <p:cNvCxnSpPr>
            <a:cxnSpLocks/>
          </p:cNvCxnSpPr>
          <p:nvPr/>
        </p:nvCxnSpPr>
        <p:spPr>
          <a:xfrm>
            <a:off x="1052077" y="3562173"/>
            <a:ext cx="6465369" cy="0"/>
          </a:xfrm>
          <a:prstGeom prst="line">
            <a:avLst/>
          </a:prstGeom>
          <a:ln cap="sq"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6F9A15FC-F5D5-6438-9F31-0F7B15E4C286}"/>
              </a:ext>
            </a:extLst>
          </p:cNvPr>
          <p:cNvCxnSpPr>
            <a:cxnSpLocks/>
          </p:cNvCxnSpPr>
          <p:nvPr/>
        </p:nvCxnSpPr>
        <p:spPr>
          <a:xfrm flipV="1">
            <a:off x="3929637" y="1366805"/>
            <a:ext cx="0" cy="2195368"/>
          </a:xfrm>
          <a:prstGeom prst="line">
            <a:avLst/>
          </a:prstGeom>
          <a:ln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CDFE8B23-79A3-4D28-DA3D-6C63B5DF9EAD}"/>
              </a:ext>
            </a:extLst>
          </p:cNvPr>
          <p:cNvCxnSpPr>
            <a:cxnSpLocks/>
          </p:cNvCxnSpPr>
          <p:nvPr/>
        </p:nvCxnSpPr>
        <p:spPr>
          <a:xfrm flipV="1">
            <a:off x="7517446" y="1101633"/>
            <a:ext cx="0" cy="2473707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0BB61257-0DA5-D2E9-5E4F-37534210C338}"/>
              </a:ext>
            </a:extLst>
          </p:cNvPr>
          <p:cNvCxnSpPr>
            <a:cxnSpLocks/>
          </p:cNvCxnSpPr>
          <p:nvPr/>
        </p:nvCxnSpPr>
        <p:spPr>
          <a:xfrm flipV="1">
            <a:off x="4449506" y="3561051"/>
            <a:ext cx="0" cy="241246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19CEFE00-58C8-DE1C-F3E9-003476FC4C54}"/>
              </a:ext>
            </a:extLst>
          </p:cNvPr>
          <p:cNvCxnSpPr>
            <a:cxnSpLocks/>
          </p:cNvCxnSpPr>
          <p:nvPr/>
        </p:nvCxnSpPr>
        <p:spPr>
          <a:xfrm>
            <a:off x="4443809" y="5982356"/>
            <a:ext cx="812952" cy="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81BED05D-53CE-9850-209C-C04923242789}"/>
              </a:ext>
            </a:extLst>
          </p:cNvPr>
          <p:cNvCxnSpPr>
            <a:cxnSpLocks/>
          </p:cNvCxnSpPr>
          <p:nvPr/>
        </p:nvCxnSpPr>
        <p:spPr>
          <a:xfrm flipV="1">
            <a:off x="4452353" y="4583770"/>
            <a:ext cx="782061" cy="4198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88A604B-5F30-714A-23FF-CB21F76D2A52}"/>
              </a:ext>
            </a:extLst>
          </p:cNvPr>
          <p:cNvCxnSpPr>
            <a:cxnSpLocks/>
          </p:cNvCxnSpPr>
          <p:nvPr/>
        </p:nvCxnSpPr>
        <p:spPr>
          <a:xfrm>
            <a:off x="7086593" y="1094764"/>
            <a:ext cx="430853" cy="0"/>
          </a:xfrm>
          <a:prstGeom prst="line">
            <a:avLst/>
          </a:prstGeom>
          <a:ln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8B6091AA-1B35-48DC-770C-80A9BEC94E24}"/>
              </a:ext>
            </a:extLst>
          </p:cNvPr>
          <p:cNvCxnSpPr>
            <a:cxnSpLocks/>
          </p:cNvCxnSpPr>
          <p:nvPr/>
        </p:nvCxnSpPr>
        <p:spPr>
          <a:xfrm>
            <a:off x="7078047" y="2520487"/>
            <a:ext cx="430853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0359AFE-0C3B-4B73-D197-7B948947DE9D}"/>
              </a:ext>
            </a:extLst>
          </p:cNvPr>
          <p:cNvCxnSpPr>
            <a:cxnSpLocks/>
          </p:cNvCxnSpPr>
          <p:nvPr/>
        </p:nvCxnSpPr>
        <p:spPr>
          <a:xfrm>
            <a:off x="3925934" y="1366805"/>
            <a:ext cx="255801" cy="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1D695FBC-D2EF-0A8F-2DD0-690776746A72}"/>
              </a:ext>
            </a:extLst>
          </p:cNvPr>
          <p:cNvCxnSpPr>
            <a:cxnSpLocks/>
          </p:cNvCxnSpPr>
          <p:nvPr/>
        </p:nvCxnSpPr>
        <p:spPr>
          <a:xfrm>
            <a:off x="3473577" y="1826854"/>
            <a:ext cx="452357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295AC75A-EEC7-5BD2-26FF-7237E567E5E1}"/>
              </a:ext>
            </a:extLst>
          </p:cNvPr>
          <p:cNvCxnSpPr>
            <a:cxnSpLocks/>
          </p:cNvCxnSpPr>
          <p:nvPr/>
        </p:nvCxnSpPr>
        <p:spPr>
          <a:xfrm>
            <a:off x="7517446" y="1817785"/>
            <a:ext cx="262074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E01B4CF2-8BA0-165A-C98E-71ACC9AA03DB}"/>
              </a:ext>
            </a:extLst>
          </p:cNvPr>
          <p:cNvCxnSpPr>
            <a:cxnSpLocks/>
          </p:cNvCxnSpPr>
          <p:nvPr/>
        </p:nvCxnSpPr>
        <p:spPr>
          <a:xfrm>
            <a:off x="4181735" y="5012488"/>
            <a:ext cx="270620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185E4681-D462-ECDD-86FB-7E5E28153617}"/>
              </a:ext>
            </a:extLst>
          </p:cNvPr>
          <p:cNvSpPr txBox="1"/>
          <p:nvPr/>
        </p:nvSpPr>
        <p:spPr>
          <a:xfrm>
            <a:off x="1006635" y="3007640"/>
            <a:ext cx="2693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F494C808-B0ED-02E5-93C8-E2517F91820F}"/>
              </a:ext>
            </a:extLst>
          </p:cNvPr>
          <p:cNvSpPr txBox="1"/>
          <p:nvPr/>
        </p:nvSpPr>
        <p:spPr>
          <a:xfrm>
            <a:off x="3560683" y="2572714"/>
            <a:ext cx="2540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C3DAF6-16BA-08C4-F82A-EA30DB45260B}"/>
              </a:ext>
            </a:extLst>
          </p:cNvPr>
          <p:cNvSpPr txBox="1"/>
          <p:nvPr/>
        </p:nvSpPr>
        <p:spPr>
          <a:xfrm>
            <a:off x="3497587" y="1933327"/>
            <a:ext cx="2540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39942DCA-FA17-A2A8-EF64-E779AECF878A}"/>
              </a:ext>
            </a:extLst>
          </p:cNvPr>
          <p:cNvSpPr txBox="1"/>
          <p:nvPr/>
        </p:nvSpPr>
        <p:spPr>
          <a:xfrm>
            <a:off x="3507619" y="1623382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4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B01C789E-2B2B-6E0A-5CB0-0AFB83FCD524}"/>
              </a:ext>
            </a:extLst>
          </p:cNvPr>
          <p:cNvSpPr txBox="1"/>
          <p:nvPr/>
        </p:nvSpPr>
        <p:spPr>
          <a:xfrm>
            <a:off x="3563881" y="1407396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5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5809F39-65E9-564E-7551-512457B4A664}"/>
              </a:ext>
            </a:extLst>
          </p:cNvPr>
          <p:cNvSpPr txBox="1"/>
          <p:nvPr/>
        </p:nvSpPr>
        <p:spPr>
          <a:xfrm>
            <a:off x="3750746" y="1405614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6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7914C676-5FF9-5DD2-1DA4-2D0F6B0E3B5D}"/>
              </a:ext>
            </a:extLst>
          </p:cNvPr>
          <p:cNvSpPr txBox="1"/>
          <p:nvPr/>
        </p:nvSpPr>
        <p:spPr>
          <a:xfrm>
            <a:off x="3756078" y="2354044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7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14F1586E-7C43-7C31-AFC7-AB984BB329CD}"/>
              </a:ext>
            </a:extLst>
          </p:cNvPr>
          <p:cNvSpPr txBox="1"/>
          <p:nvPr/>
        </p:nvSpPr>
        <p:spPr>
          <a:xfrm>
            <a:off x="4101368" y="3011699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8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5C9ED00-D898-28B6-AF46-6C93A57C9B6F}"/>
              </a:ext>
            </a:extLst>
          </p:cNvPr>
          <p:cNvSpPr txBox="1"/>
          <p:nvPr/>
        </p:nvSpPr>
        <p:spPr>
          <a:xfrm>
            <a:off x="5994724" y="3017656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9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1FF981C0-E043-0A65-8F96-0394C0B95233}"/>
              </a:ext>
            </a:extLst>
          </p:cNvPr>
          <p:cNvSpPr txBox="1"/>
          <p:nvPr/>
        </p:nvSpPr>
        <p:spPr>
          <a:xfrm>
            <a:off x="7042385" y="2626978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11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6CFDC6BC-DE4A-9CB6-BFDA-18977DD8A410}"/>
              </a:ext>
            </a:extLst>
          </p:cNvPr>
          <p:cNvSpPr txBox="1"/>
          <p:nvPr/>
        </p:nvSpPr>
        <p:spPr>
          <a:xfrm>
            <a:off x="7069501" y="2305184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12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7E58AE8C-5796-8E0F-2296-9E757E3CAE26}"/>
              </a:ext>
            </a:extLst>
          </p:cNvPr>
          <p:cNvSpPr txBox="1"/>
          <p:nvPr/>
        </p:nvSpPr>
        <p:spPr>
          <a:xfrm>
            <a:off x="7095139" y="201194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13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690A0FC3-D804-E34D-29A2-23050594B040}"/>
              </a:ext>
            </a:extLst>
          </p:cNvPr>
          <p:cNvSpPr txBox="1"/>
          <p:nvPr/>
        </p:nvSpPr>
        <p:spPr>
          <a:xfrm>
            <a:off x="7052495" y="118920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14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85F4DD7-555E-C327-D397-DD25391C66DC}"/>
              </a:ext>
            </a:extLst>
          </p:cNvPr>
          <p:cNvSpPr txBox="1"/>
          <p:nvPr/>
        </p:nvSpPr>
        <p:spPr>
          <a:xfrm>
            <a:off x="7123824" y="89556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15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90AAC6A4-D411-AF5D-6176-DDFBE9242FEE}"/>
              </a:ext>
            </a:extLst>
          </p:cNvPr>
          <p:cNvSpPr txBox="1"/>
          <p:nvPr/>
        </p:nvSpPr>
        <p:spPr>
          <a:xfrm>
            <a:off x="7399695" y="1325784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16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DDEF257A-0766-4DD8-D8C1-165B7F270E3D}"/>
              </a:ext>
            </a:extLst>
          </p:cNvPr>
          <p:cNvSpPr txBox="1"/>
          <p:nvPr/>
        </p:nvSpPr>
        <p:spPr>
          <a:xfrm>
            <a:off x="7460563" y="166239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17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C866E0A5-7DF6-70CA-CDF8-12993F6CBDF5}"/>
              </a:ext>
            </a:extLst>
          </p:cNvPr>
          <p:cNvSpPr txBox="1"/>
          <p:nvPr/>
        </p:nvSpPr>
        <p:spPr>
          <a:xfrm>
            <a:off x="7449621" y="2018817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18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6AF51052-E550-B4A4-26F7-A8ADB532C9D1}"/>
              </a:ext>
            </a:extLst>
          </p:cNvPr>
          <p:cNvSpPr txBox="1"/>
          <p:nvPr/>
        </p:nvSpPr>
        <p:spPr>
          <a:xfrm>
            <a:off x="5940084" y="3365037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30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FEAB36A1-D0B6-9C6F-63EE-124AF0D596FD}"/>
              </a:ext>
            </a:extLst>
          </p:cNvPr>
          <p:cNvSpPr txBox="1"/>
          <p:nvPr/>
        </p:nvSpPr>
        <p:spPr>
          <a:xfrm>
            <a:off x="4587832" y="363941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31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83930AE-9CEA-603A-5BE2-103BDAF8AC76}"/>
              </a:ext>
            </a:extLst>
          </p:cNvPr>
          <p:cNvSpPr txBox="1"/>
          <p:nvPr/>
        </p:nvSpPr>
        <p:spPr>
          <a:xfrm>
            <a:off x="4767432" y="404173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32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C98081DD-5955-AACC-3C28-4E0D2A7992C6}"/>
              </a:ext>
            </a:extLst>
          </p:cNvPr>
          <p:cNvSpPr txBox="1"/>
          <p:nvPr/>
        </p:nvSpPr>
        <p:spPr>
          <a:xfrm>
            <a:off x="4669546" y="441347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33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D804A2E-1647-E10D-CA17-8D05AA931620}"/>
              </a:ext>
            </a:extLst>
          </p:cNvPr>
          <p:cNvSpPr txBox="1"/>
          <p:nvPr/>
        </p:nvSpPr>
        <p:spPr>
          <a:xfrm>
            <a:off x="4579288" y="474448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34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32CAEDCE-235A-FAAC-B870-87EB4099786A}"/>
              </a:ext>
            </a:extLst>
          </p:cNvPr>
          <p:cNvSpPr txBox="1"/>
          <p:nvPr/>
        </p:nvSpPr>
        <p:spPr>
          <a:xfrm>
            <a:off x="4782662" y="5532648"/>
            <a:ext cx="32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35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6BD0ACBC-F704-59B4-0B34-129D90E62C59}"/>
              </a:ext>
            </a:extLst>
          </p:cNvPr>
          <p:cNvSpPr txBox="1"/>
          <p:nvPr/>
        </p:nvSpPr>
        <p:spPr>
          <a:xfrm>
            <a:off x="4173425" y="5719595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36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D421BE4B-6178-F1AF-0D4D-77EBDAD73035}"/>
              </a:ext>
            </a:extLst>
          </p:cNvPr>
          <p:cNvSpPr txBox="1"/>
          <p:nvPr/>
        </p:nvSpPr>
        <p:spPr>
          <a:xfrm>
            <a:off x="4168266" y="5191565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37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BBD674-B540-3583-36EF-9D3DEAF29077}"/>
              </a:ext>
            </a:extLst>
          </p:cNvPr>
          <p:cNvSpPr txBox="1"/>
          <p:nvPr/>
        </p:nvSpPr>
        <p:spPr>
          <a:xfrm>
            <a:off x="4157067" y="480505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38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9C62ECC5-AF2D-81D3-11ED-92E35E1B8214}"/>
              </a:ext>
            </a:extLst>
          </p:cNvPr>
          <p:cNvSpPr txBox="1"/>
          <p:nvPr/>
        </p:nvSpPr>
        <p:spPr>
          <a:xfrm>
            <a:off x="4343259" y="469331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39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16CCEE0-0ECB-8326-951D-712F6F0EA4F2}"/>
              </a:ext>
            </a:extLst>
          </p:cNvPr>
          <p:cNvSpPr txBox="1"/>
          <p:nvPr/>
        </p:nvSpPr>
        <p:spPr>
          <a:xfrm>
            <a:off x="4158070" y="394480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40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18997130-BA41-82F3-540A-A570D161DD09}"/>
              </a:ext>
            </a:extLst>
          </p:cNvPr>
          <p:cNvSpPr txBox="1"/>
          <p:nvPr/>
        </p:nvSpPr>
        <p:spPr>
          <a:xfrm>
            <a:off x="4017088" y="335453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41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DD8674B4-E9F8-9864-0427-A2968A5B808F}"/>
              </a:ext>
            </a:extLst>
          </p:cNvPr>
          <p:cNvSpPr txBox="1"/>
          <p:nvPr/>
        </p:nvSpPr>
        <p:spPr>
          <a:xfrm>
            <a:off x="2175954" y="3357716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/>
              <a:t>4</a:t>
            </a:r>
            <a:r>
              <a:rPr lang="fr-FR" sz="800" i="1" dirty="0"/>
              <a:t>2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9A5C7529-89B3-C897-C6A4-37A0CF8C2AAD}"/>
              </a:ext>
            </a:extLst>
          </p:cNvPr>
          <p:cNvSpPr txBox="1"/>
          <p:nvPr/>
        </p:nvSpPr>
        <p:spPr>
          <a:xfrm>
            <a:off x="991561" y="3166069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#0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925CF02A-0387-1C6F-53FE-705BA48BE153}"/>
              </a:ext>
            </a:extLst>
          </p:cNvPr>
          <p:cNvSpPr txBox="1"/>
          <p:nvPr/>
        </p:nvSpPr>
        <p:spPr>
          <a:xfrm>
            <a:off x="3679511" y="316607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B979B95C-964A-9CF3-BE06-26CCD51D3E95}"/>
              </a:ext>
            </a:extLst>
          </p:cNvPr>
          <p:cNvSpPr txBox="1"/>
          <p:nvPr/>
        </p:nvSpPr>
        <p:spPr>
          <a:xfrm>
            <a:off x="3677230" y="208810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1F9D1245-7598-B79F-997F-2259863B1E57}"/>
              </a:ext>
            </a:extLst>
          </p:cNvPr>
          <p:cNvSpPr txBox="1"/>
          <p:nvPr/>
        </p:nvSpPr>
        <p:spPr>
          <a:xfrm>
            <a:off x="3405898" y="2086133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C6FB5DD7-9581-2916-9A6E-634DBAC69EF1}"/>
              </a:ext>
            </a:extLst>
          </p:cNvPr>
          <p:cNvSpPr txBox="1"/>
          <p:nvPr/>
        </p:nvSpPr>
        <p:spPr>
          <a:xfrm>
            <a:off x="3405089" y="1797062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#4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BF3BCA2F-8660-4F7D-4D1A-10652D4DB7A3}"/>
              </a:ext>
            </a:extLst>
          </p:cNvPr>
          <p:cNvSpPr txBox="1"/>
          <p:nvPr/>
        </p:nvSpPr>
        <p:spPr>
          <a:xfrm>
            <a:off x="3918680" y="102623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#5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5D3D5BD-620E-A964-688E-62ACD3A2A4FE}"/>
              </a:ext>
            </a:extLst>
          </p:cNvPr>
          <p:cNvSpPr txBox="1"/>
          <p:nvPr/>
        </p:nvSpPr>
        <p:spPr>
          <a:xfrm>
            <a:off x="3926954" y="1332886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#6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61764FD-EC29-CBA5-BE85-782E0E2B2355}"/>
              </a:ext>
            </a:extLst>
          </p:cNvPr>
          <p:cNvSpPr txBox="1"/>
          <p:nvPr/>
        </p:nvSpPr>
        <p:spPr>
          <a:xfrm>
            <a:off x="3876572" y="178235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#7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6A291F08-BCF1-5F10-63B2-C637C783FCE4}"/>
              </a:ext>
            </a:extLst>
          </p:cNvPr>
          <p:cNvSpPr txBox="1"/>
          <p:nvPr/>
        </p:nvSpPr>
        <p:spPr>
          <a:xfrm>
            <a:off x="4618669" y="3160852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#8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CFFC6300-20F4-8DAF-3F0E-F74C506DEB0D}"/>
              </a:ext>
            </a:extLst>
          </p:cNvPr>
          <p:cNvSpPr txBox="1"/>
          <p:nvPr/>
        </p:nvSpPr>
        <p:spPr>
          <a:xfrm>
            <a:off x="7046875" y="3012073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#9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11B125B2-F716-8E2B-136E-3A2B9D222B53}"/>
              </a:ext>
            </a:extLst>
          </p:cNvPr>
          <p:cNvSpPr txBox="1"/>
          <p:nvPr/>
        </p:nvSpPr>
        <p:spPr>
          <a:xfrm>
            <a:off x="7014310" y="278815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#11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53C0480A-C8DF-E8C1-C8FE-1D7096C21466}"/>
              </a:ext>
            </a:extLst>
          </p:cNvPr>
          <p:cNvSpPr txBox="1"/>
          <p:nvPr/>
        </p:nvSpPr>
        <p:spPr>
          <a:xfrm>
            <a:off x="7007155" y="2477660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#12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BCE2362A-DA36-A386-2EB3-F327F48F02D9}"/>
              </a:ext>
            </a:extLst>
          </p:cNvPr>
          <p:cNvSpPr txBox="1"/>
          <p:nvPr/>
        </p:nvSpPr>
        <p:spPr>
          <a:xfrm>
            <a:off x="7064038" y="1497609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#13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3237F2D2-F46E-0311-B387-9E702323C7D7}"/>
              </a:ext>
            </a:extLst>
          </p:cNvPr>
          <p:cNvSpPr txBox="1"/>
          <p:nvPr/>
        </p:nvSpPr>
        <p:spPr>
          <a:xfrm>
            <a:off x="7007155" y="1359325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#14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35233DA5-9137-C144-2E18-7104CF226F39}"/>
              </a:ext>
            </a:extLst>
          </p:cNvPr>
          <p:cNvSpPr txBox="1"/>
          <p:nvPr/>
        </p:nvSpPr>
        <p:spPr>
          <a:xfrm>
            <a:off x="7014305" y="105969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#15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D6B91953-F25D-DD53-3985-45D52758E28A}"/>
              </a:ext>
            </a:extLst>
          </p:cNvPr>
          <p:cNvSpPr txBox="1"/>
          <p:nvPr/>
        </p:nvSpPr>
        <p:spPr>
          <a:xfrm>
            <a:off x="7475928" y="145925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#16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99C46D8B-8B0E-4CB7-DD3C-62F56D1598D9}"/>
              </a:ext>
            </a:extLst>
          </p:cNvPr>
          <p:cNvSpPr txBox="1"/>
          <p:nvPr/>
        </p:nvSpPr>
        <p:spPr>
          <a:xfrm>
            <a:off x="7486115" y="1798347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#17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CFBCB6F2-805B-9D2A-B3F7-709BEF28FA78}"/>
              </a:ext>
            </a:extLst>
          </p:cNvPr>
          <p:cNvSpPr txBox="1"/>
          <p:nvPr/>
        </p:nvSpPr>
        <p:spPr>
          <a:xfrm>
            <a:off x="7222580" y="1797660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#18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67CC663-B755-1356-89B3-9B6CAC790208}"/>
              </a:ext>
            </a:extLst>
          </p:cNvPr>
          <p:cNvSpPr txBox="1"/>
          <p:nvPr/>
        </p:nvSpPr>
        <p:spPr>
          <a:xfrm>
            <a:off x="7473236" y="245823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#19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70854B6D-CC7E-70E4-15A9-E6C76E887B69}"/>
              </a:ext>
            </a:extLst>
          </p:cNvPr>
          <p:cNvSpPr txBox="1"/>
          <p:nvPr/>
        </p:nvSpPr>
        <p:spPr>
          <a:xfrm>
            <a:off x="4608458" y="4170944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#31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F2E7E6F1-975C-2463-5D4D-5861052134FA}"/>
              </a:ext>
            </a:extLst>
          </p:cNvPr>
          <p:cNvSpPr txBox="1"/>
          <p:nvPr/>
        </p:nvSpPr>
        <p:spPr>
          <a:xfrm>
            <a:off x="4938515" y="4179085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#32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B5EF84C8-F159-3638-50A9-E1CC1B9868FC}"/>
              </a:ext>
            </a:extLst>
          </p:cNvPr>
          <p:cNvSpPr txBox="1"/>
          <p:nvPr/>
        </p:nvSpPr>
        <p:spPr>
          <a:xfrm>
            <a:off x="4931232" y="457326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#33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6E2A7692-4F7A-3BE8-7419-563DA69F9543}"/>
              </a:ext>
            </a:extLst>
          </p:cNvPr>
          <p:cNvSpPr txBox="1"/>
          <p:nvPr/>
        </p:nvSpPr>
        <p:spPr>
          <a:xfrm>
            <a:off x="4598496" y="5348147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#34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BA9CF36-60F7-C79F-165E-8BB4FDA3CBCC}"/>
              </a:ext>
            </a:extLst>
          </p:cNvPr>
          <p:cNvSpPr txBox="1"/>
          <p:nvPr/>
        </p:nvSpPr>
        <p:spPr>
          <a:xfrm>
            <a:off x="4948121" y="565575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#35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87B3356C-C46A-8A59-D066-872C95629279}"/>
              </a:ext>
            </a:extLst>
          </p:cNvPr>
          <p:cNvSpPr txBox="1"/>
          <p:nvPr/>
        </p:nvSpPr>
        <p:spPr>
          <a:xfrm>
            <a:off x="4948162" y="594929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#36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D5280051-25BB-300B-F7CE-991EF33773AE}"/>
              </a:ext>
            </a:extLst>
          </p:cNvPr>
          <p:cNvSpPr txBox="1"/>
          <p:nvPr/>
        </p:nvSpPr>
        <p:spPr>
          <a:xfrm>
            <a:off x="4101762" y="534597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#37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E5016E24-7DD3-C6B7-4DAF-82848D3BC9FE}"/>
              </a:ext>
            </a:extLst>
          </p:cNvPr>
          <p:cNvSpPr txBox="1"/>
          <p:nvPr/>
        </p:nvSpPr>
        <p:spPr>
          <a:xfrm>
            <a:off x="4095010" y="4973789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#38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4BDD329E-7F9F-6541-0F54-1087FC48A0AF}"/>
              </a:ext>
            </a:extLst>
          </p:cNvPr>
          <p:cNvSpPr txBox="1"/>
          <p:nvPr/>
        </p:nvSpPr>
        <p:spPr>
          <a:xfrm>
            <a:off x="4374432" y="497378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39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D667AC04-B0BE-8F5D-C2E3-CADBF1F06B15}"/>
              </a:ext>
            </a:extLst>
          </p:cNvPr>
          <p:cNvSpPr txBox="1"/>
          <p:nvPr/>
        </p:nvSpPr>
        <p:spPr>
          <a:xfrm>
            <a:off x="4148453" y="454603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#40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D7A6A462-BD34-16DC-A521-DA12D4CEF0C3}"/>
              </a:ext>
            </a:extLst>
          </p:cNvPr>
          <p:cNvSpPr txBox="1"/>
          <p:nvPr/>
        </p:nvSpPr>
        <p:spPr>
          <a:xfrm>
            <a:off x="4136546" y="3549793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#41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FF84D223-BDF0-6B85-9A71-4A938C5E9285}"/>
              </a:ext>
            </a:extLst>
          </p:cNvPr>
          <p:cNvSpPr txBox="1"/>
          <p:nvPr/>
        </p:nvSpPr>
        <p:spPr>
          <a:xfrm>
            <a:off x="3613777" y="3535434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#42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E57307A4-ED6B-EEFC-8354-8922D8E15AF2}"/>
              </a:ext>
            </a:extLst>
          </p:cNvPr>
          <p:cNvSpPr txBox="1"/>
          <p:nvPr/>
        </p:nvSpPr>
        <p:spPr>
          <a:xfrm>
            <a:off x="991561" y="354979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#43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5718D2D0-B862-8FD4-79CF-2179A704369C}"/>
              </a:ext>
            </a:extLst>
          </p:cNvPr>
          <p:cNvCxnSpPr>
            <a:cxnSpLocks/>
          </p:cNvCxnSpPr>
          <p:nvPr/>
        </p:nvCxnSpPr>
        <p:spPr>
          <a:xfrm>
            <a:off x="7364333" y="3213220"/>
            <a:ext cx="42644" cy="2621198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AE59711A-D786-3842-B76E-A59743C1B29B}"/>
              </a:ext>
            </a:extLst>
          </p:cNvPr>
          <p:cNvSpPr txBox="1"/>
          <p:nvPr/>
        </p:nvSpPr>
        <p:spPr>
          <a:xfrm>
            <a:off x="7279463" y="260763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#10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264C03A-3DA7-C333-0A3F-0E6985C8ACDF}"/>
              </a:ext>
            </a:extLst>
          </p:cNvPr>
          <p:cNvCxnSpPr>
            <a:cxnSpLocks/>
          </p:cNvCxnSpPr>
          <p:nvPr/>
        </p:nvCxnSpPr>
        <p:spPr>
          <a:xfrm>
            <a:off x="7148950" y="3567875"/>
            <a:ext cx="39140" cy="2559970"/>
          </a:xfrm>
          <a:prstGeom prst="line">
            <a:avLst/>
          </a:prstGeom>
          <a:ln cap="sq"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B8BA7857-FB63-DFBF-DA66-756834A5AD32}"/>
              </a:ext>
            </a:extLst>
          </p:cNvPr>
          <p:cNvSpPr txBox="1"/>
          <p:nvPr/>
        </p:nvSpPr>
        <p:spPr>
          <a:xfrm>
            <a:off x="6804455" y="3527717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 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DC6AC5-89C5-FCFD-A68C-54C0B0536778}"/>
              </a:ext>
            </a:extLst>
          </p:cNvPr>
          <p:cNvSpPr/>
          <p:nvPr/>
        </p:nvSpPr>
        <p:spPr>
          <a:xfrm>
            <a:off x="7952596" y="4202800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8F23E34-9D0F-6164-3F91-C76A81E6D8F0}"/>
              </a:ext>
            </a:extLst>
          </p:cNvPr>
          <p:cNvSpPr/>
          <p:nvPr/>
        </p:nvSpPr>
        <p:spPr>
          <a:xfrm>
            <a:off x="6064016" y="5000755"/>
            <a:ext cx="828782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SST11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820C27-527A-B3F0-48FB-860D7EE74F52}"/>
              </a:ext>
            </a:extLst>
          </p:cNvPr>
          <p:cNvSpPr/>
          <p:nvPr/>
        </p:nvSpPr>
        <p:spPr>
          <a:xfrm>
            <a:off x="7974943" y="5678224"/>
            <a:ext cx="773272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SST10</a:t>
            </a:r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7705D0D3-22AB-FC48-C629-D082B48466CA}"/>
              </a:ext>
            </a:extLst>
          </p:cNvPr>
          <p:cNvCxnSpPr>
            <a:cxnSpLocks/>
          </p:cNvCxnSpPr>
          <p:nvPr/>
        </p:nvCxnSpPr>
        <p:spPr>
          <a:xfrm>
            <a:off x="7382758" y="4361802"/>
            <a:ext cx="56983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A63CDF4-EC26-B65C-F020-9F342E971CB8}"/>
              </a:ext>
            </a:extLst>
          </p:cNvPr>
          <p:cNvCxnSpPr>
            <a:cxnSpLocks/>
          </p:cNvCxnSpPr>
          <p:nvPr/>
        </p:nvCxnSpPr>
        <p:spPr>
          <a:xfrm>
            <a:off x="7406977" y="5827317"/>
            <a:ext cx="567966" cy="9759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21649B08-F34F-EF02-E94E-67810667E7C7}"/>
              </a:ext>
            </a:extLst>
          </p:cNvPr>
          <p:cNvCxnSpPr>
            <a:cxnSpLocks/>
          </p:cNvCxnSpPr>
          <p:nvPr/>
        </p:nvCxnSpPr>
        <p:spPr>
          <a:xfrm>
            <a:off x="6892797" y="5539697"/>
            <a:ext cx="489961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C880DB70-286A-5E15-8778-66BB47697242}"/>
              </a:ext>
            </a:extLst>
          </p:cNvPr>
          <p:cNvCxnSpPr>
            <a:cxnSpLocks/>
          </p:cNvCxnSpPr>
          <p:nvPr/>
        </p:nvCxnSpPr>
        <p:spPr>
          <a:xfrm>
            <a:off x="7219626" y="6127932"/>
            <a:ext cx="755317" cy="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ED061070-A08E-FF71-466F-C886B9F70DF5}"/>
              </a:ext>
            </a:extLst>
          </p:cNvPr>
          <p:cNvCxnSpPr>
            <a:cxnSpLocks/>
          </p:cNvCxnSpPr>
          <p:nvPr/>
        </p:nvCxnSpPr>
        <p:spPr>
          <a:xfrm flipV="1">
            <a:off x="7170535" y="4729346"/>
            <a:ext cx="782061" cy="4198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CF965E8E-4E4D-76A8-1128-6C7F2B30E5CE}"/>
              </a:ext>
            </a:extLst>
          </p:cNvPr>
          <p:cNvCxnSpPr>
            <a:cxnSpLocks/>
          </p:cNvCxnSpPr>
          <p:nvPr/>
        </p:nvCxnSpPr>
        <p:spPr>
          <a:xfrm>
            <a:off x="6899917" y="5158064"/>
            <a:ext cx="270620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0B1B82D4-F2B2-EABF-9CBD-4895B2426F31}"/>
              </a:ext>
            </a:extLst>
          </p:cNvPr>
          <p:cNvSpPr txBox="1"/>
          <p:nvPr/>
        </p:nvSpPr>
        <p:spPr>
          <a:xfrm>
            <a:off x="7485614" y="418730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21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57A5F3F-C6D8-CF33-7EF4-E3321A3A2B30}"/>
              </a:ext>
            </a:extLst>
          </p:cNvPr>
          <p:cNvSpPr txBox="1"/>
          <p:nvPr/>
        </p:nvSpPr>
        <p:spPr>
          <a:xfrm>
            <a:off x="7387728" y="4559047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22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D895B64E-B3E2-2D47-3657-CE2D80B02103}"/>
              </a:ext>
            </a:extLst>
          </p:cNvPr>
          <p:cNvSpPr txBox="1"/>
          <p:nvPr/>
        </p:nvSpPr>
        <p:spPr>
          <a:xfrm>
            <a:off x="7297470" y="4890058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23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04A1F80A-969A-2943-3ECD-322558D9217F}"/>
              </a:ext>
            </a:extLst>
          </p:cNvPr>
          <p:cNvSpPr txBox="1"/>
          <p:nvPr/>
        </p:nvSpPr>
        <p:spPr>
          <a:xfrm>
            <a:off x="7500844" y="5657752"/>
            <a:ext cx="32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24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A7D15AB1-C5DD-56C4-B737-E4CCD96BD10D}"/>
              </a:ext>
            </a:extLst>
          </p:cNvPr>
          <p:cNvSpPr txBox="1"/>
          <p:nvPr/>
        </p:nvSpPr>
        <p:spPr>
          <a:xfrm>
            <a:off x="6891607" y="586517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25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3E8148D6-C39E-145E-5D95-955468A7E008}"/>
              </a:ext>
            </a:extLst>
          </p:cNvPr>
          <p:cNvSpPr txBox="1"/>
          <p:nvPr/>
        </p:nvSpPr>
        <p:spPr>
          <a:xfrm>
            <a:off x="6886448" y="533714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26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9B2138B4-FBE4-40AC-2161-0707C124F4F1}"/>
              </a:ext>
            </a:extLst>
          </p:cNvPr>
          <p:cNvSpPr txBox="1"/>
          <p:nvPr/>
        </p:nvSpPr>
        <p:spPr>
          <a:xfrm>
            <a:off x="6875249" y="4950635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27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E49D9E9-8923-43D4-0290-06B0C1D9483F}"/>
              </a:ext>
            </a:extLst>
          </p:cNvPr>
          <p:cNvSpPr txBox="1"/>
          <p:nvPr/>
        </p:nvSpPr>
        <p:spPr>
          <a:xfrm>
            <a:off x="7061441" y="4838888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28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A4337E16-BAB1-9C8A-732B-05F3C3BE4172}"/>
              </a:ext>
            </a:extLst>
          </p:cNvPr>
          <p:cNvSpPr txBox="1"/>
          <p:nvPr/>
        </p:nvSpPr>
        <p:spPr>
          <a:xfrm>
            <a:off x="6876252" y="4090385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29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7486D99D-E276-3A86-6D1E-9D95F11331AA}"/>
              </a:ext>
            </a:extLst>
          </p:cNvPr>
          <p:cNvSpPr txBox="1"/>
          <p:nvPr/>
        </p:nvSpPr>
        <p:spPr>
          <a:xfrm>
            <a:off x="7326640" y="4316520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#20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22E72081-1402-BFE3-87F8-19723AED53B9}"/>
              </a:ext>
            </a:extLst>
          </p:cNvPr>
          <p:cNvSpPr txBox="1"/>
          <p:nvPr/>
        </p:nvSpPr>
        <p:spPr>
          <a:xfrm>
            <a:off x="7656697" y="4324661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#21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B6ADF138-F005-1546-6AA7-CB2DC8D92BDF}"/>
              </a:ext>
            </a:extLst>
          </p:cNvPr>
          <p:cNvSpPr txBox="1"/>
          <p:nvPr/>
        </p:nvSpPr>
        <p:spPr>
          <a:xfrm>
            <a:off x="7649414" y="471884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#22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8D9D19E-B471-D516-CF15-A5CA0D3A11AE}"/>
              </a:ext>
            </a:extLst>
          </p:cNvPr>
          <p:cNvSpPr txBox="1"/>
          <p:nvPr/>
        </p:nvSpPr>
        <p:spPr>
          <a:xfrm>
            <a:off x="7316678" y="5493723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#23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F818D7A7-A9E0-AAEA-D7F5-998D3848B747}"/>
              </a:ext>
            </a:extLst>
          </p:cNvPr>
          <p:cNvSpPr txBox="1"/>
          <p:nvPr/>
        </p:nvSpPr>
        <p:spPr>
          <a:xfrm>
            <a:off x="7666303" y="5801334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#24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67E2E1F8-26CF-5C29-FFAA-3696BDF27208}"/>
              </a:ext>
            </a:extLst>
          </p:cNvPr>
          <p:cNvSpPr txBox="1"/>
          <p:nvPr/>
        </p:nvSpPr>
        <p:spPr>
          <a:xfrm>
            <a:off x="7666344" y="609487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#25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B7C922E8-9B0E-D8AC-6B32-C50CE2232F03}"/>
              </a:ext>
            </a:extLst>
          </p:cNvPr>
          <p:cNvSpPr txBox="1"/>
          <p:nvPr/>
        </p:nvSpPr>
        <p:spPr>
          <a:xfrm>
            <a:off x="6819944" y="549155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#26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0AE57C38-5643-8567-9730-F18F19C279A4}"/>
              </a:ext>
            </a:extLst>
          </p:cNvPr>
          <p:cNvSpPr txBox="1"/>
          <p:nvPr/>
        </p:nvSpPr>
        <p:spPr>
          <a:xfrm>
            <a:off x="6813192" y="5119365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#27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CC7583C7-7883-4D2A-9E46-802A56C1AD79}"/>
              </a:ext>
            </a:extLst>
          </p:cNvPr>
          <p:cNvSpPr txBox="1"/>
          <p:nvPr/>
        </p:nvSpPr>
        <p:spPr>
          <a:xfrm>
            <a:off x="7119910" y="5119364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28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8B468E11-10AC-41D6-6225-92D44209B428}"/>
              </a:ext>
            </a:extLst>
          </p:cNvPr>
          <p:cNvSpPr txBox="1"/>
          <p:nvPr/>
        </p:nvSpPr>
        <p:spPr>
          <a:xfrm>
            <a:off x="6866635" y="469161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#29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34965D01-0FE3-AD5F-967E-B2F608CB32E2}"/>
              </a:ext>
            </a:extLst>
          </p:cNvPr>
          <p:cNvSpPr txBox="1"/>
          <p:nvPr/>
        </p:nvSpPr>
        <p:spPr>
          <a:xfrm>
            <a:off x="7132525" y="2909867"/>
            <a:ext cx="2891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10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AF544CEF-C2C3-0DE6-46A7-13EE6610E2F0}"/>
              </a:ext>
            </a:extLst>
          </p:cNvPr>
          <p:cNvSpPr txBox="1"/>
          <p:nvPr/>
        </p:nvSpPr>
        <p:spPr>
          <a:xfrm>
            <a:off x="7443911" y="306562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19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977C9ED3-7E04-A706-645F-23E308CB1262}"/>
              </a:ext>
            </a:extLst>
          </p:cNvPr>
          <p:cNvSpPr txBox="1"/>
          <p:nvPr/>
        </p:nvSpPr>
        <p:spPr>
          <a:xfrm>
            <a:off x="7272380" y="373582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303404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9e4cd8-a9cb-4bb9-b50d-6d82fde16f7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F9E33CF54D24458BDA4662859B5632" ma:contentTypeVersion="10" ma:contentTypeDescription="Crée un document." ma:contentTypeScope="" ma:versionID="b7e22845d5aac8eafaffdb3f65e2216a">
  <xsd:schema xmlns:xsd="http://www.w3.org/2001/XMLSchema" xmlns:xs="http://www.w3.org/2001/XMLSchema" xmlns:p="http://schemas.microsoft.com/office/2006/metadata/properties" xmlns:ns2="749e4cd8-a9cb-4bb9-b50d-6d82fde16f70" targetNamespace="http://schemas.microsoft.com/office/2006/metadata/properties" ma:root="true" ma:fieldsID="50960f575c32302b6d8b4ffd2ebe765c" ns2:_="">
    <xsd:import namespace="749e4cd8-a9cb-4bb9-b50d-6d82fde16f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e4cd8-a9cb-4bb9-b50d-6d82fde16f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2825629-3c2e-4de7-855a-262a1979c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F465E9-D70D-42E7-965E-065C4BE5DFC5}">
  <ds:schemaRefs>
    <ds:schemaRef ds:uri="http://schemas.microsoft.com/office/2006/metadata/properties"/>
    <ds:schemaRef ds:uri="http://schemas.microsoft.com/office/infopath/2007/PartnerControls"/>
    <ds:schemaRef ds:uri="749e4cd8-a9cb-4bb9-b50d-6d82fde16f70"/>
  </ds:schemaRefs>
</ds:datastoreItem>
</file>

<file path=customXml/itemProps2.xml><?xml version="1.0" encoding="utf-8"?>
<ds:datastoreItem xmlns:ds="http://schemas.openxmlformats.org/officeDocument/2006/customXml" ds:itemID="{2F23808A-5664-4DAB-807A-0DD3368AD6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71DC3C-5B27-4058-9205-F8C95924BC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9e4cd8-a9cb-4bb9-b50d-6d82fde16f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142</Words>
  <Application>Microsoft Office PowerPoint</Application>
  <PresentationFormat>Grand écran</PresentationFormat>
  <Paragraphs>98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Bruno DUPLESSIS</dc:creator>
  <cp:lastModifiedBy>Bruno DUPLESSIS</cp:lastModifiedBy>
  <cp:revision>11</cp:revision>
  <dcterms:created xsi:type="dcterms:W3CDTF">2023-03-07T13:42:33Z</dcterms:created>
  <dcterms:modified xsi:type="dcterms:W3CDTF">2025-02-16T12:51:58Z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0x010100FBF9E33CF54D24458BDA4662859B5632</vt:lpwstr>
  </property>
  <property fmtid="{D5CDD505-2E9C-101B-9397-08002B2CF9AE}" pid="3" name="MediaServiceImageTags">
    <vt:lpwstr/>
  </property>
</Properties>
</file>